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4"/>
  </p:sldMasterIdLst>
  <p:notesMasterIdLst>
    <p:notesMasterId r:id="rId9"/>
  </p:notesMasterIdLst>
  <p:handoutMasterIdLst>
    <p:handoutMasterId r:id="rId10"/>
  </p:handoutMasterIdLst>
  <p:sldIdLst>
    <p:sldId id="661" r:id="rId5"/>
    <p:sldId id="662" r:id="rId6"/>
    <p:sldId id="663" r:id="rId7"/>
    <p:sldId id="669" r:id="rId8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ejin Park" initials="DP" lastIdx="0" clrIdx="0">
    <p:extLst>
      <p:ext uri="{19B8F6BF-5375-455C-9EA6-DF929625EA0E}">
        <p15:presenceInfo xmlns:p15="http://schemas.microsoft.com/office/powerpoint/2012/main" userId="82f6b42876af714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7955E"/>
    <a:srgbClr val="2C3E77"/>
    <a:srgbClr val="F5CBA5"/>
    <a:srgbClr val="F0B27A"/>
    <a:srgbClr val="F9E79F"/>
    <a:srgbClr val="2EB271"/>
    <a:srgbClr val="2C3E50"/>
    <a:srgbClr val="2ECC71"/>
    <a:srgbClr val="00823B"/>
    <a:srgbClr val="FF6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3D4DEB-675D-4A7D-8AA1-F998C4F24B50}" v="1107" dt="2025-05-09T03:02:06.005"/>
  </p1510:revLst>
</p1510:revInfo>
</file>

<file path=ppt/tableStyles.xml><?xml version="1.0" encoding="utf-8"?>
<a:tblStyleLst xmlns:a="http://schemas.openxmlformats.org/drawingml/2006/main" def="{5C22544A-7EE6-4342-B048-85BDC9FD1C3A}"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어두운 스타일 1 - 강조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1" autoAdjust="0"/>
    <p:restoredTop sz="95862" autoAdjust="0"/>
  </p:normalViewPr>
  <p:slideViewPr>
    <p:cSldViewPr>
      <p:cViewPr>
        <p:scale>
          <a:sx n="75" d="100"/>
          <a:sy n="75" d="100"/>
        </p:scale>
        <p:origin x="3357" y="1125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4014" y="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ho Kwak" userId="62373a31-634f-41fb-ac46-b5d6e2c11b09" providerId="ADAL" clId="{B1C418D6-86EE-4D4A-A192-1FF53CE7C94B}"/>
    <pc:docChg chg="undo custSel addSld delSld modSld">
      <pc:chgData name="Junho Kwak" userId="62373a31-634f-41fb-ac46-b5d6e2c11b09" providerId="ADAL" clId="{B1C418D6-86EE-4D4A-A192-1FF53CE7C94B}" dt="2023-04-21T12:56:00.241" v="698" actId="113"/>
      <pc:docMkLst>
        <pc:docMk/>
      </pc:docMkLst>
      <pc:sldChg chg="del">
        <pc:chgData name="Junho Kwak" userId="62373a31-634f-41fb-ac46-b5d6e2c11b09" providerId="ADAL" clId="{B1C418D6-86EE-4D4A-A192-1FF53CE7C94B}" dt="2023-04-21T11:41:25.213" v="0" actId="47"/>
        <pc:sldMkLst>
          <pc:docMk/>
          <pc:sldMk cId="4232579463" sldId="532"/>
        </pc:sldMkLst>
      </pc:sldChg>
      <pc:sldChg chg="del">
        <pc:chgData name="Junho Kwak" userId="62373a31-634f-41fb-ac46-b5d6e2c11b09" providerId="ADAL" clId="{B1C418D6-86EE-4D4A-A192-1FF53CE7C94B}" dt="2023-04-21T11:42:12.259" v="85" actId="47"/>
        <pc:sldMkLst>
          <pc:docMk/>
          <pc:sldMk cId="777340418" sldId="533"/>
        </pc:sldMkLst>
      </pc:sldChg>
      <pc:sldChg chg="del">
        <pc:chgData name="Junho Kwak" userId="62373a31-634f-41fb-ac46-b5d6e2c11b09" providerId="ADAL" clId="{B1C418D6-86EE-4D4A-A192-1FF53CE7C94B}" dt="2023-04-21T11:41:27.435" v="2" actId="47"/>
        <pc:sldMkLst>
          <pc:docMk/>
          <pc:sldMk cId="824444396" sldId="632"/>
        </pc:sldMkLst>
      </pc:sldChg>
      <pc:sldChg chg="del">
        <pc:chgData name="Junho Kwak" userId="62373a31-634f-41fb-ac46-b5d6e2c11b09" providerId="ADAL" clId="{B1C418D6-86EE-4D4A-A192-1FF53CE7C94B}" dt="2023-04-21T11:41:51.874" v="19" actId="47"/>
        <pc:sldMkLst>
          <pc:docMk/>
          <pc:sldMk cId="2114806948" sldId="633"/>
        </pc:sldMkLst>
      </pc:sldChg>
      <pc:sldChg chg="del">
        <pc:chgData name="Junho Kwak" userId="62373a31-634f-41fb-ac46-b5d6e2c11b09" providerId="ADAL" clId="{B1C418D6-86EE-4D4A-A192-1FF53CE7C94B}" dt="2023-04-21T11:41:51.318" v="18" actId="47"/>
        <pc:sldMkLst>
          <pc:docMk/>
          <pc:sldMk cId="565142720" sldId="634"/>
        </pc:sldMkLst>
      </pc:sldChg>
      <pc:sldChg chg="del">
        <pc:chgData name="Junho Kwak" userId="62373a31-634f-41fb-ac46-b5d6e2c11b09" providerId="ADAL" clId="{B1C418D6-86EE-4D4A-A192-1FF53CE7C94B}" dt="2023-04-21T11:41:49.561" v="15" actId="47"/>
        <pc:sldMkLst>
          <pc:docMk/>
          <pc:sldMk cId="4105470641" sldId="635"/>
        </pc:sldMkLst>
      </pc:sldChg>
      <pc:sldChg chg="del">
        <pc:chgData name="Junho Kwak" userId="62373a31-634f-41fb-ac46-b5d6e2c11b09" providerId="ADAL" clId="{B1C418D6-86EE-4D4A-A192-1FF53CE7C94B}" dt="2023-04-21T11:41:52.313" v="20" actId="47"/>
        <pc:sldMkLst>
          <pc:docMk/>
          <pc:sldMk cId="597229214" sldId="636"/>
        </pc:sldMkLst>
      </pc:sldChg>
      <pc:sldChg chg="del">
        <pc:chgData name="Junho Kwak" userId="62373a31-634f-41fb-ac46-b5d6e2c11b09" providerId="ADAL" clId="{B1C418D6-86EE-4D4A-A192-1FF53CE7C94B}" dt="2023-04-21T11:41:36.141" v="4" actId="47"/>
        <pc:sldMkLst>
          <pc:docMk/>
          <pc:sldMk cId="3890964570" sldId="637"/>
        </pc:sldMkLst>
      </pc:sldChg>
      <pc:sldChg chg="del">
        <pc:chgData name="Junho Kwak" userId="62373a31-634f-41fb-ac46-b5d6e2c11b09" providerId="ADAL" clId="{B1C418D6-86EE-4D4A-A192-1FF53CE7C94B}" dt="2023-04-21T11:41:38.535" v="8" actId="47"/>
        <pc:sldMkLst>
          <pc:docMk/>
          <pc:sldMk cId="3029902318" sldId="640"/>
        </pc:sldMkLst>
      </pc:sldChg>
      <pc:sldChg chg="del">
        <pc:chgData name="Junho Kwak" userId="62373a31-634f-41fb-ac46-b5d6e2c11b09" providerId="ADAL" clId="{B1C418D6-86EE-4D4A-A192-1FF53CE7C94B}" dt="2023-04-21T11:41:50.980" v="17" actId="47"/>
        <pc:sldMkLst>
          <pc:docMk/>
          <pc:sldMk cId="3025273201" sldId="643"/>
        </pc:sldMkLst>
      </pc:sldChg>
      <pc:sldChg chg="del">
        <pc:chgData name="Junho Kwak" userId="62373a31-634f-41fb-ac46-b5d6e2c11b09" providerId="ADAL" clId="{B1C418D6-86EE-4D4A-A192-1FF53CE7C94B}" dt="2023-04-21T11:41:49.111" v="14" actId="47"/>
        <pc:sldMkLst>
          <pc:docMk/>
          <pc:sldMk cId="1084332851" sldId="645"/>
        </pc:sldMkLst>
      </pc:sldChg>
      <pc:sldChg chg="del">
        <pc:chgData name="Junho Kwak" userId="62373a31-634f-41fb-ac46-b5d6e2c11b09" providerId="ADAL" clId="{B1C418D6-86EE-4D4A-A192-1FF53CE7C94B}" dt="2023-04-21T11:41:37.097" v="6" actId="47"/>
        <pc:sldMkLst>
          <pc:docMk/>
          <pc:sldMk cId="887551149" sldId="647"/>
        </pc:sldMkLst>
      </pc:sldChg>
      <pc:sldChg chg="del">
        <pc:chgData name="Junho Kwak" userId="62373a31-634f-41fb-ac46-b5d6e2c11b09" providerId="ADAL" clId="{B1C418D6-86EE-4D4A-A192-1FF53CE7C94B}" dt="2023-04-21T11:41:37.677" v="7" actId="47"/>
        <pc:sldMkLst>
          <pc:docMk/>
          <pc:sldMk cId="4119909823" sldId="648"/>
        </pc:sldMkLst>
      </pc:sldChg>
      <pc:sldChg chg="del">
        <pc:chgData name="Junho Kwak" userId="62373a31-634f-41fb-ac46-b5d6e2c11b09" providerId="ADAL" clId="{B1C418D6-86EE-4D4A-A192-1FF53CE7C94B}" dt="2023-04-21T11:41:50.089" v="16" actId="47"/>
        <pc:sldMkLst>
          <pc:docMk/>
          <pc:sldMk cId="3873452455" sldId="649"/>
        </pc:sldMkLst>
      </pc:sldChg>
      <pc:sldChg chg="del">
        <pc:chgData name="Junho Kwak" userId="62373a31-634f-41fb-ac46-b5d6e2c11b09" providerId="ADAL" clId="{B1C418D6-86EE-4D4A-A192-1FF53CE7C94B}" dt="2023-04-21T11:41:35.728" v="3" actId="47"/>
        <pc:sldMkLst>
          <pc:docMk/>
          <pc:sldMk cId="378391211" sldId="650"/>
        </pc:sldMkLst>
      </pc:sldChg>
      <pc:sldChg chg="del">
        <pc:chgData name="Junho Kwak" userId="62373a31-634f-41fb-ac46-b5d6e2c11b09" providerId="ADAL" clId="{B1C418D6-86EE-4D4A-A192-1FF53CE7C94B}" dt="2023-04-21T11:41:39.244" v="9" actId="47"/>
        <pc:sldMkLst>
          <pc:docMk/>
          <pc:sldMk cId="3321173086" sldId="651"/>
        </pc:sldMkLst>
      </pc:sldChg>
      <pc:sldChg chg="del">
        <pc:chgData name="Junho Kwak" userId="62373a31-634f-41fb-ac46-b5d6e2c11b09" providerId="ADAL" clId="{B1C418D6-86EE-4D4A-A192-1FF53CE7C94B}" dt="2023-04-21T11:41:40.056" v="10" actId="47"/>
        <pc:sldMkLst>
          <pc:docMk/>
          <pc:sldMk cId="3156622642" sldId="652"/>
        </pc:sldMkLst>
      </pc:sldChg>
      <pc:sldChg chg="del">
        <pc:chgData name="Junho Kwak" userId="62373a31-634f-41fb-ac46-b5d6e2c11b09" providerId="ADAL" clId="{B1C418D6-86EE-4D4A-A192-1FF53CE7C94B}" dt="2023-04-21T11:41:40.528" v="11" actId="47"/>
        <pc:sldMkLst>
          <pc:docMk/>
          <pc:sldMk cId="4287278082" sldId="654"/>
        </pc:sldMkLst>
      </pc:sldChg>
      <pc:sldChg chg="del">
        <pc:chgData name="Junho Kwak" userId="62373a31-634f-41fb-ac46-b5d6e2c11b09" providerId="ADAL" clId="{B1C418D6-86EE-4D4A-A192-1FF53CE7C94B}" dt="2023-04-21T11:41:41.120" v="12" actId="47"/>
        <pc:sldMkLst>
          <pc:docMk/>
          <pc:sldMk cId="3927961664" sldId="655"/>
        </pc:sldMkLst>
      </pc:sldChg>
      <pc:sldChg chg="del">
        <pc:chgData name="Junho Kwak" userId="62373a31-634f-41fb-ac46-b5d6e2c11b09" providerId="ADAL" clId="{B1C418D6-86EE-4D4A-A192-1FF53CE7C94B}" dt="2023-04-21T11:41:25.665" v="1" actId="47"/>
        <pc:sldMkLst>
          <pc:docMk/>
          <pc:sldMk cId="1925572542" sldId="656"/>
        </pc:sldMkLst>
      </pc:sldChg>
      <pc:sldChg chg="del">
        <pc:chgData name="Junho Kwak" userId="62373a31-634f-41fb-ac46-b5d6e2c11b09" providerId="ADAL" clId="{B1C418D6-86EE-4D4A-A192-1FF53CE7C94B}" dt="2023-04-21T11:41:36.851" v="5" actId="47"/>
        <pc:sldMkLst>
          <pc:docMk/>
          <pc:sldMk cId="1822189231" sldId="657"/>
        </pc:sldMkLst>
      </pc:sldChg>
      <pc:sldChg chg="del">
        <pc:chgData name="Junho Kwak" userId="62373a31-634f-41fb-ac46-b5d6e2c11b09" providerId="ADAL" clId="{B1C418D6-86EE-4D4A-A192-1FF53CE7C94B}" dt="2023-04-21T11:41:41.632" v="13" actId="47"/>
        <pc:sldMkLst>
          <pc:docMk/>
          <pc:sldMk cId="2500833144" sldId="658"/>
        </pc:sldMkLst>
      </pc:sldChg>
      <pc:sldChg chg="addSp delSp modSp add del mod">
        <pc:chgData name="Junho Kwak" userId="62373a31-634f-41fb-ac46-b5d6e2c11b09" providerId="ADAL" clId="{B1C418D6-86EE-4D4A-A192-1FF53CE7C94B}" dt="2023-04-21T12:56:00.241" v="698" actId="113"/>
        <pc:sldMkLst>
          <pc:docMk/>
          <pc:sldMk cId="2106087322" sldId="659"/>
        </pc:sldMkLst>
      </pc:sldChg>
      <pc:sldChg chg="del">
        <pc:chgData name="Junho Kwak" userId="62373a31-634f-41fb-ac46-b5d6e2c11b09" providerId="ADAL" clId="{B1C418D6-86EE-4D4A-A192-1FF53CE7C94B}" dt="2023-04-21T11:41:56.296" v="23" actId="47"/>
        <pc:sldMkLst>
          <pc:docMk/>
          <pc:sldMk cId="1839355907" sldId="660"/>
        </pc:sldMkLst>
      </pc:sldChg>
      <pc:sldChg chg="del">
        <pc:chgData name="Junho Kwak" userId="62373a31-634f-41fb-ac46-b5d6e2c11b09" providerId="ADAL" clId="{B1C418D6-86EE-4D4A-A192-1FF53CE7C94B}" dt="2023-04-21T11:41:56.773" v="24" actId="47"/>
        <pc:sldMkLst>
          <pc:docMk/>
          <pc:sldMk cId="1933248613" sldId="661"/>
        </pc:sldMkLst>
      </pc:sldChg>
      <pc:sldChg chg="del">
        <pc:chgData name="Junho Kwak" userId="62373a31-634f-41fb-ac46-b5d6e2c11b09" providerId="ADAL" clId="{B1C418D6-86EE-4D4A-A192-1FF53CE7C94B}" dt="2023-04-21T11:41:57.190" v="25" actId="47"/>
        <pc:sldMkLst>
          <pc:docMk/>
          <pc:sldMk cId="683957921" sldId="662"/>
        </pc:sldMkLst>
      </pc:sldChg>
      <pc:sldChg chg="del">
        <pc:chgData name="Junho Kwak" userId="62373a31-634f-41fb-ac46-b5d6e2c11b09" providerId="ADAL" clId="{B1C418D6-86EE-4D4A-A192-1FF53CE7C94B}" dt="2023-04-21T11:41:57.450" v="26" actId="47"/>
        <pc:sldMkLst>
          <pc:docMk/>
          <pc:sldMk cId="3754801001" sldId="672"/>
        </pc:sldMkLst>
      </pc:sldChg>
      <pc:sldChg chg="del">
        <pc:chgData name="Junho Kwak" userId="62373a31-634f-41fb-ac46-b5d6e2c11b09" providerId="ADAL" clId="{B1C418D6-86EE-4D4A-A192-1FF53CE7C94B}" dt="2023-04-21T11:41:57.930" v="28" actId="47"/>
        <pc:sldMkLst>
          <pc:docMk/>
          <pc:sldMk cId="1767815457" sldId="673"/>
        </pc:sldMkLst>
      </pc:sldChg>
      <pc:sldChg chg="del">
        <pc:chgData name="Junho Kwak" userId="62373a31-634f-41fb-ac46-b5d6e2c11b09" providerId="ADAL" clId="{B1C418D6-86EE-4D4A-A192-1FF53CE7C94B}" dt="2023-04-21T11:41:58.185" v="29" actId="47"/>
        <pc:sldMkLst>
          <pc:docMk/>
          <pc:sldMk cId="4175369628" sldId="674"/>
        </pc:sldMkLst>
      </pc:sldChg>
      <pc:sldChg chg="del">
        <pc:chgData name="Junho Kwak" userId="62373a31-634f-41fb-ac46-b5d6e2c11b09" providerId="ADAL" clId="{B1C418D6-86EE-4D4A-A192-1FF53CE7C94B}" dt="2023-04-21T11:41:58.433" v="30" actId="47"/>
        <pc:sldMkLst>
          <pc:docMk/>
          <pc:sldMk cId="2066405704" sldId="675"/>
        </pc:sldMkLst>
      </pc:sldChg>
      <pc:sldChg chg="del">
        <pc:chgData name="Junho Kwak" userId="62373a31-634f-41fb-ac46-b5d6e2c11b09" providerId="ADAL" clId="{B1C418D6-86EE-4D4A-A192-1FF53CE7C94B}" dt="2023-04-21T11:41:58.730" v="31" actId="47"/>
        <pc:sldMkLst>
          <pc:docMk/>
          <pc:sldMk cId="2341563110" sldId="676"/>
        </pc:sldMkLst>
      </pc:sldChg>
      <pc:sldChg chg="del">
        <pc:chgData name="Junho Kwak" userId="62373a31-634f-41fb-ac46-b5d6e2c11b09" providerId="ADAL" clId="{B1C418D6-86EE-4D4A-A192-1FF53CE7C94B}" dt="2023-04-21T11:41:59.102" v="32" actId="47"/>
        <pc:sldMkLst>
          <pc:docMk/>
          <pc:sldMk cId="1756235309" sldId="677"/>
        </pc:sldMkLst>
      </pc:sldChg>
      <pc:sldChg chg="del">
        <pc:chgData name="Junho Kwak" userId="62373a31-634f-41fb-ac46-b5d6e2c11b09" providerId="ADAL" clId="{B1C418D6-86EE-4D4A-A192-1FF53CE7C94B}" dt="2023-04-21T11:41:59.341" v="33" actId="47"/>
        <pc:sldMkLst>
          <pc:docMk/>
          <pc:sldMk cId="1462696478" sldId="678"/>
        </pc:sldMkLst>
      </pc:sldChg>
      <pc:sldChg chg="del">
        <pc:chgData name="Junho Kwak" userId="62373a31-634f-41fb-ac46-b5d6e2c11b09" providerId="ADAL" clId="{B1C418D6-86EE-4D4A-A192-1FF53CE7C94B}" dt="2023-04-21T11:41:59.583" v="34" actId="47"/>
        <pc:sldMkLst>
          <pc:docMk/>
          <pc:sldMk cId="3097281220" sldId="679"/>
        </pc:sldMkLst>
      </pc:sldChg>
      <pc:sldChg chg="del">
        <pc:chgData name="Junho Kwak" userId="62373a31-634f-41fb-ac46-b5d6e2c11b09" providerId="ADAL" clId="{B1C418D6-86EE-4D4A-A192-1FF53CE7C94B}" dt="2023-04-21T11:41:57.700" v="27" actId="47"/>
        <pc:sldMkLst>
          <pc:docMk/>
          <pc:sldMk cId="2000089236" sldId="680"/>
        </pc:sldMkLst>
      </pc:sldChg>
      <pc:sldChg chg="del">
        <pc:chgData name="Junho Kwak" userId="62373a31-634f-41fb-ac46-b5d6e2c11b09" providerId="ADAL" clId="{B1C418D6-86EE-4D4A-A192-1FF53CE7C94B}" dt="2023-04-21T11:41:59.780" v="35" actId="47"/>
        <pc:sldMkLst>
          <pc:docMk/>
          <pc:sldMk cId="3624346652" sldId="681"/>
        </pc:sldMkLst>
      </pc:sldChg>
      <pc:sldChg chg="del">
        <pc:chgData name="Junho Kwak" userId="62373a31-634f-41fb-ac46-b5d6e2c11b09" providerId="ADAL" clId="{B1C418D6-86EE-4D4A-A192-1FF53CE7C94B}" dt="2023-04-21T11:41:59.982" v="36" actId="47"/>
        <pc:sldMkLst>
          <pc:docMk/>
          <pc:sldMk cId="2725475063" sldId="682"/>
        </pc:sldMkLst>
      </pc:sldChg>
      <pc:sldChg chg="del">
        <pc:chgData name="Junho Kwak" userId="62373a31-634f-41fb-ac46-b5d6e2c11b09" providerId="ADAL" clId="{B1C418D6-86EE-4D4A-A192-1FF53CE7C94B}" dt="2023-04-21T11:42:00.208" v="37" actId="47"/>
        <pc:sldMkLst>
          <pc:docMk/>
          <pc:sldMk cId="2466522568" sldId="683"/>
        </pc:sldMkLst>
      </pc:sldChg>
      <pc:sldChg chg="del">
        <pc:chgData name="Junho Kwak" userId="62373a31-634f-41fb-ac46-b5d6e2c11b09" providerId="ADAL" clId="{B1C418D6-86EE-4D4A-A192-1FF53CE7C94B}" dt="2023-04-21T11:42:00.427" v="38" actId="47"/>
        <pc:sldMkLst>
          <pc:docMk/>
          <pc:sldMk cId="505721206" sldId="684"/>
        </pc:sldMkLst>
      </pc:sldChg>
      <pc:sldChg chg="del">
        <pc:chgData name="Junho Kwak" userId="62373a31-634f-41fb-ac46-b5d6e2c11b09" providerId="ADAL" clId="{B1C418D6-86EE-4D4A-A192-1FF53CE7C94B}" dt="2023-04-21T11:42:01.382" v="40" actId="47"/>
        <pc:sldMkLst>
          <pc:docMk/>
          <pc:sldMk cId="986621713" sldId="685"/>
        </pc:sldMkLst>
      </pc:sldChg>
      <pc:sldChg chg="del">
        <pc:chgData name="Junho Kwak" userId="62373a31-634f-41fb-ac46-b5d6e2c11b09" providerId="ADAL" clId="{B1C418D6-86EE-4D4A-A192-1FF53CE7C94B}" dt="2023-04-21T11:42:01.404" v="41" actId="47"/>
        <pc:sldMkLst>
          <pc:docMk/>
          <pc:sldMk cId="1732691816" sldId="686"/>
        </pc:sldMkLst>
      </pc:sldChg>
      <pc:sldChg chg="del">
        <pc:chgData name="Junho Kwak" userId="62373a31-634f-41fb-ac46-b5d6e2c11b09" providerId="ADAL" clId="{B1C418D6-86EE-4D4A-A192-1FF53CE7C94B}" dt="2023-04-21T11:42:00.867" v="39" actId="47"/>
        <pc:sldMkLst>
          <pc:docMk/>
          <pc:sldMk cId="1760612225" sldId="687"/>
        </pc:sldMkLst>
      </pc:sldChg>
      <pc:sldChg chg="del">
        <pc:chgData name="Junho Kwak" userId="62373a31-634f-41fb-ac46-b5d6e2c11b09" providerId="ADAL" clId="{B1C418D6-86EE-4D4A-A192-1FF53CE7C94B}" dt="2023-04-21T11:42:01.435" v="42" actId="47"/>
        <pc:sldMkLst>
          <pc:docMk/>
          <pc:sldMk cId="2119001552" sldId="688"/>
        </pc:sldMkLst>
      </pc:sldChg>
      <pc:sldChg chg="del">
        <pc:chgData name="Junho Kwak" userId="62373a31-634f-41fb-ac46-b5d6e2c11b09" providerId="ADAL" clId="{B1C418D6-86EE-4D4A-A192-1FF53CE7C94B}" dt="2023-04-21T11:42:01.506" v="43" actId="47"/>
        <pc:sldMkLst>
          <pc:docMk/>
          <pc:sldMk cId="1874489381" sldId="689"/>
        </pc:sldMkLst>
      </pc:sldChg>
      <pc:sldChg chg="del">
        <pc:chgData name="Junho Kwak" userId="62373a31-634f-41fb-ac46-b5d6e2c11b09" providerId="ADAL" clId="{B1C418D6-86EE-4D4A-A192-1FF53CE7C94B}" dt="2023-04-21T11:42:01.521" v="44" actId="47"/>
        <pc:sldMkLst>
          <pc:docMk/>
          <pc:sldMk cId="95847919" sldId="690"/>
        </pc:sldMkLst>
      </pc:sldChg>
      <pc:sldChg chg="del">
        <pc:chgData name="Junho Kwak" userId="62373a31-634f-41fb-ac46-b5d6e2c11b09" providerId="ADAL" clId="{B1C418D6-86EE-4D4A-A192-1FF53CE7C94B}" dt="2023-04-21T11:42:01.560" v="45" actId="47"/>
        <pc:sldMkLst>
          <pc:docMk/>
          <pc:sldMk cId="774868263" sldId="691"/>
        </pc:sldMkLst>
      </pc:sldChg>
      <pc:sldChg chg="del">
        <pc:chgData name="Junho Kwak" userId="62373a31-634f-41fb-ac46-b5d6e2c11b09" providerId="ADAL" clId="{B1C418D6-86EE-4D4A-A192-1FF53CE7C94B}" dt="2023-04-21T11:42:01.578" v="46" actId="47"/>
        <pc:sldMkLst>
          <pc:docMk/>
          <pc:sldMk cId="136695669" sldId="692"/>
        </pc:sldMkLst>
      </pc:sldChg>
      <pc:sldChg chg="del">
        <pc:chgData name="Junho Kwak" userId="62373a31-634f-41fb-ac46-b5d6e2c11b09" providerId="ADAL" clId="{B1C418D6-86EE-4D4A-A192-1FF53CE7C94B}" dt="2023-04-21T11:42:01.613" v="47" actId="47"/>
        <pc:sldMkLst>
          <pc:docMk/>
          <pc:sldMk cId="1269597594" sldId="695"/>
        </pc:sldMkLst>
      </pc:sldChg>
      <pc:sldChg chg="del">
        <pc:chgData name="Junho Kwak" userId="62373a31-634f-41fb-ac46-b5d6e2c11b09" providerId="ADAL" clId="{B1C418D6-86EE-4D4A-A192-1FF53CE7C94B}" dt="2023-04-21T11:42:01.649" v="48" actId="47"/>
        <pc:sldMkLst>
          <pc:docMk/>
          <pc:sldMk cId="507987937" sldId="696"/>
        </pc:sldMkLst>
      </pc:sldChg>
      <pc:sldChg chg="del">
        <pc:chgData name="Junho Kwak" userId="62373a31-634f-41fb-ac46-b5d6e2c11b09" providerId="ADAL" clId="{B1C418D6-86EE-4D4A-A192-1FF53CE7C94B}" dt="2023-04-21T11:42:01.662" v="49" actId="47"/>
        <pc:sldMkLst>
          <pc:docMk/>
          <pc:sldMk cId="1977427758" sldId="697"/>
        </pc:sldMkLst>
      </pc:sldChg>
      <pc:sldChg chg="del">
        <pc:chgData name="Junho Kwak" userId="62373a31-634f-41fb-ac46-b5d6e2c11b09" providerId="ADAL" clId="{B1C418D6-86EE-4D4A-A192-1FF53CE7C94B}" dt="2023-04-21T11:42:02.376" v="50" actId="47"/>
        <pc:sldMkLst>
          <pc:docMk/>
          <pc:sldMk cId="16208213" sldId="698"/>
        </pc:sldMkLst>
      </pc:sldChg>
      <pc:sldChg chg="del">
        <pc:chgData name="Junho Kwak" userId="62373a31-634f-41fb-ac46-b5d6e2c11b09" providerId="ADAL" clId="{B1C418D6-86EE-4D4A-A192-1FF53CE7C94B}" dt="2023-04-21T11:42:02.921" v="51" actId="47"/>
        <pc:sldMkLst>
          <pc:docMk/>
          <pc:sldMk cId="3875492547" sldId="699"/>
        </pc:sldMkLst>
      </pc:sldChg>
      <pc:sldChg chg="del">
        <pc:chgData name="Junho Kwak" userId="62373a31-634f-41fb-ac46-b5d6e2c11b09" providerId="ADAL" clId="{B1C418D6-86EE-4D4A-A192-1FF53CE7C94B}" dt="2023-04-21T11:42:03.114" v="52" actId="47"/>
        <pc:sldMkLst>
          <pc:docMk/>
          <pc:sldMk cId="3844553390" sldId="700"/>
        </pc:sldMkLst>
      </pc:sldChg>
      <pc:sldChg chg="del">
        <pc:chgData name="Junho Kwak" userId="62373a31-634f-41fb-ac46-b5d6e2c11b09" providerId="ADAL" clId="{B1C418D6-86EE-4D4A-A192-1FF53CE7C94B}" dt="2023-04-21T11:42:03.279" v="53" actId="47"/>
        <pc:sldMkLst>
          <pc:docMk/>
          <pc:sldMk cId="3912950093" sldId="701"/>
        </pc:sldMkLst>
      </pc:sldChg>
      <pc:sldChg chg="del">
        <pc:chgData name="Junho Kwak" userId="62373a31-634f-41fb-ac46-b5d6e2c11b09" providerId="ADAL" clId="{B1C418D6-86EE-4D4A-A192-1FF53CE7C94B}" dt="2023-04-21T11:42:03.789" v="54" actId="47"/>
        <pc:sldMkLst>
          <pc:docMk/>
          <pc:sldMk cId="220223272" sldId="702"/>
        </pc:sldMkLst>
      </pc:sldChg>
      <pc:sldChg chg="del">
        <pc:chgData name="Junho Kwak" userId="62373a31-634f-41fb-ac46-b5d6e2c11b09" providerId="ADAL" clId="{B1C418D6-86EE-4D4A-A192-1FF53CE7C94B}" dt="2023-04-21T11:42:03.889" v="57" actId="47"/>
        <pc:sldMkLst>
          <pc:docMk/>
          <pc:sldMk cId="3547554879" sldId="703"/>
        </pc:sldMkLst>
      </pc:sldChg>
      <pc:sldChg chg="del">
        <pc:chgData name="Junho Kwak" userId="62373a31-634f-41fb-ac46-b5d6e2c11b09" providerId="ADAL" clId="{B1C418D6-86EE-4D4A-A192-1FF53CE7C94B}" dt="2023-04-21T11:42:03.859" v="56" actId="47"/>
        <pc:sldMkLst>
          <pc:docMk/>
          <pc:sldMk cId="1196118823" sldId="704"/>
        </pc:sldMkLst>
      </pc:sldChg>
      <pc:sldChg chg="del">
        <pc:chgData name="Junho Kwak" userId="62373a31-634f-41fb-ac46-b5d6e2c11b09" providerId="ADAL" clId="{B1C418D6-86EE-4D4A-A192-1FF53CE7C94B}" dt="2023-04-21T11:42:03.814" v="55" actId="47"/>
        <pc:sldMkLst>
          <pc:docMk/>
          <pc:sldMk cId="3333122133" sldId="705"/>
        </pc:sldMkLst>
      </pc:sldChg>
      <pc:sldChg chg="del">
        <pc:chgData name="Junho Kwak" userId="62373a31-634f-41fb-ac46-b5d6e2c11b09" providerId="ADAL" clId="{B1C418D6-86EE-4D4A-A192-1FF53CE7C94B}" dt="2023-04-21T11:42:03.921" v="58" actId="47"/>
        <pc:sldMkLst>
          <pc:docMk/>
          <pc:sldMk cId="3930499652" sldId="706"/>
        </pc:sldMkLst>
      </pc:sldChg>
      <pc:sldChg chg="del">
        <pc:chgData name="Junho Kwak" userId="62373a31-634f-41fb-ac46-b5d6e2c11b09" providerId="ADAL" clId="{B1C418D6-86EE-4D4A-A192-1FF53CE7C94B}" dt="2023-04-21T11:42:03.987" v="59" actId="47"/>
        <pc:sldMkLst>
          <pc:docMk/>
          <pc:sldMk cId="1888720760" sldId="707"/>
        </pc:sldMkLst>
      </pc:sldChg>
      <pc:sldChg chg="del">
        <pc:chgData name="Junho Kwak" userId="62373a31-634f-41fb-ac46-b5d6e2c11b09" providerId="ADAL" clId="{B1C418D6-86EE-4D4A-A192-1FF53CE7C94B}" dt="2023-04-21T11:42:04.639" v="60" actId="47"/>
        <pc:sldMkLst>
          <pc:docMk/>
          <pc:sldMk cId="3963358472" sldId="708"/>
        </pc:sldMkLst>
      </pc:sldChg>
      <pc:sldChg chg="del">
        <pc:chgData name="Junho Kwak" userId="62373a31-634f-41fb-ac46-b5d6e2c11b09" providerId="ADAL" clId="{B1C418D6-86EE-4D4A-A192-1FF53CE7C94B}" dt="2023-04-21T11:42:05.154" v="61" actId="47"/>
        <pc:sldMkLst>
          <pc:docMk/>
          <pc:sldMk cId="2210049715" sldId="709"/>
        </pc:sldMkLst>
      </pc:sldChg>
      <pc:sldChg chg="del">
        <pc:chgData name="Junho Kwak" userId="62373a31-634f-41fb-ac46-b5d6e2c11b09" providerId="ADAL" clId="{B1C418D6-86EE-4D4A-A192-1FF53CE7C94B}" dt="2023-04-21T11:42:05.178" v="62" actId="47"/>
        <pc:sldMkLst>
          <pc:docMk/>
          <pc:sldMk cId="542950291" sldId="710"/>
        </pc:sldMkLst>
      </pc:sldChg>
      <pc:sldChg chg="del">
        <pc:chgData name="Junho Kwak" userId="62373a31-634f-41fb-ac46-b5d6e2c11b09" providerId="ADAL" clId="{B1C418D6-86EE-4D4A-A192-1FF53CE7C94B}" dt="2023-04-21T11:42:05.214" v="63" actId="47"/>
        <pc:sldMkLst>
          <pc:docMk/>
          <pc:sldMk cId="842818418" sldId="711"/>
        </pc:sldMkLst>
      </pc:sldChg>
      <pc:sldChg chg="del">
        <pc:chgData name="Junho Kwak" userId="62373a31-634f-41fb-ac46-b5d6e2c11b09" providerId="ADAL" clId="{B1C418D6-86EE-4D4A-A192-1FF53CE7C94B}" dt="2023-04-21T11:42:05.248" v="64" actId="47"/>
        <pc:sldMkLst>
          <pc:docMk/>
          <pc:sldMk cId="1710788423" sldId="712"/>
        </pc:sldMkLst>
      </pc:sldChg>
      <pc:sldChg chg="del">
        <pc:chgData name="Junho Kwak" userId="62373a31-634f-41fb-ac46-b5d6e2c11b09" providerId="ADAL" clId="{B1C418D6-86EE-4D4A-A192-1FF53CE7C94B}" dt="2023-04-21T11:42:05.289" v="65" actId="47"/>
        <pc:sldMkLst>
          <pc:docMk/>
          <pc:sldMk cId="3718961194" sldId="713"/>
        </pc:sldMkLst>
      </pc:sldChg>
      <pc:sldChg chg="del">
        <pc:chgData name="Junho Kwak" userId="62373a31-634f-41fb-ac46-b5d6e2c11b09" providerId="ADAL" clId="{B1C418D6-86EE-4D4A-A192-1FF53CE7C94B}" dt="2023-04-21T11:42:05.317" v="66" actId="47"/>
        <pc:sldMkLst>
          <pc:docMk/>
          <pc:sldMk cId="226812965" sldId="714"/>
        </pc:sldMkLst>
      </pc:sldChg>
      <pc:sldChg chg="del">
        <pc:chgData name="Junho Kwak" userId="62373a31-634f-41fb-ac46-b5d6e2c11b09" providerId="ADAL" clId="{B1C418D6-86EE-4D4A-A192-1FF53CE7C94B}" dt="2023-04-21T11:42:05.945" v="67" actId="47"/>
        <pc:sldMkLst>
          <pc:docMk/>
          <pc:sldMk cId="2553463354" sldId="715"/>
        </pc:sldMkLst>
      </pc:sldChg>
      <pc:sldChg chg="del">
        <pc:chgData name="Junho Kwak" userId="62373a31-634f-41fb-ac46-b5d6e2c11b09" providerId="ADAL" clId="{B1C418D6-86EE-4D4A-A192-1FF53CE7C94B}" dt="2023-04-21T11:42:06.458" v="68" actId="47"/>
        <pc:sldMkLst>
          <pc:docMk/>
          <pc:sldMk cId="3114000860" sldId="716"/>
        </pc:sldMkLst>
      </pc:sldChg>
      <pc:sldChg chg="del">
        <pc:chgData name="Junho Kwak" userId="62373a31-634f-41fb-ac46-b5d6e2c11b09" providerId="ADAL" clId="{B1C418D6-86EE-4D4A-A192-1FF53CE7C94B}" dt="2023-04-21T11:42:06.488" v="69" actId="47"/>
        <pc:sldMkLst>
          <pc:docMk/>
          <pc:sldMk cId="3783831655" sldId="717"/>
        </pc:sldMkLst>
      </pc:sldChg>
      <pc:sldChg chg="del">
        <pc:chgData name="Junho Kwak" userId="62373a31-634f-41fb-ac46-b5d6e2c11b09" providerId="ADAL" clId="{B1C418D6-86EE-4D4A-A192-1FF53CE7C94B}" dt="2023-04-21T11:42:06.520" v="70" actId="47"/>
        <pc:sldMkLst>
          <pc:docMk/>
          <pc:sldMk cId="891346039" sldId="718"/>
        </pc:sldMkLst>
      </pc:sldChg>
      <pc:sldChg chg="del">
        <pc:chgData name="Junho Kwak" userId="62373a31-634f-41fb-ac46-b5d6e2c11b09" providerId="ADAL" clId="{B1C418D6-86EE-4D4A-A192-1FF53CE7C94B}" dt="2023-04-21T11:42:06.551" v="71" actId="47"/>
        <pc:sldMkLst>
          <pc:docMk/>
          <pc:sldMk cId="1561332511" sldId="720"/>
        </pc:sldMkLst>
      </pc:sldChg>
      <pc:sldChg chg="del">
        <pc:chgData name="Junho Kwak" userId="62373a31-634f-41fb-ac46-b5d6e2c11b09" providerId="ADAL" clId="{B1C418D6-86EE-4D4A-A192-1FF53CE7C94B}" dt="2023-04-21T11:42:06.581" v="72" actId="47"/>
        <pc:sldMkLst>
          <pc:docMk/>
          <pc:sldMk cId="1365405027" sldId="721"/>
        </pc:sldMkLst>
      </pc:sldChg>
      <pc:sldChg chg="del">
        <pc:chgData name="Junho Kwak" userId="62373a31-634f-41fb-ac46-b5d6e2c11b09" providerId="ADAL" clId="{B1C418D6-86EE-4D4A-A192-1FF53CE7C94B}" dt="2023-04-21T11:42:06.618" v="73" actId="47"/>
        <pc:sldMkLst>
          <pc:docMk/>
          <pc:sldMk cId="2324784912" sldId="722"/>
        </pc:sldMkLst>
      </pc:sldChg>
      <pc:sldChg chg="del">
        <pc:chgData name="Junho Kwak" userId="62373a31-634f-41fb-ac46-b5d6e2c11b09" providerId="ADAL" clId="{B1C418D6-86EE-4D4A-A192-1FF53CE7C94B}" dt="2023-04-21T11:42:07.900" v="74" actId="47"/>
        <pc:sldMkLst>
          <pc:docMk/>
          <pc:sldMk cId="3251519671" sldId="723"/>
        </pc:sldMkLst>
      </pc:sldChg>
      <pc:sldChg chg="del">
        <pc:chgData name="Junho Kwak" userId="62373a31-634f-41fb-ac46-b5d6e2c11b09" providerId="ADAL" clId="{B1C418D6-86EE-4D4A-A192-1FF53CE7C94B}" dt="2023-04-21T11:42:08.365" v="75" actId="47"/>
        <pc:sldMkLst>
          <pc:docMk/>
          <pc:sldMk cId="545374274" sldId="724"/>
        </pc:sldMkLst>
      </pc:sldChg>
      <pc:sldChg chg="del">
        <pc:chgData name="Junho Kwak" userId="62373a31-634f-41fb-ac46-b5d6e2c11b09" providerId="ADAL" clId="{B1C418D6-86EE-4D4A-A192-1FF53CE7C94B}" dt="2023-04-21T11:42:08.870" v="76" actId="47"/>
        <pc:sldMkLst>
          <pc:docMk/>
          <pc:sldMk cId="639644322" sldId="725"/>
        </pc:sldMkLst>
      </pc:sldChg>
      <pc:sldChg chg="del">
        <pc:chgData name="Junho Kwak" userId="62373a31-634f-41fb-ac46-b5d6e2c11b09" providerId="ADAL" clId="{B1C418D6-86EE-4D4A-A192-1FF53CE7C94B}" dt="2023-04-21T11:42:09.414" v="77" actId="47"/>
        <pc:sldMkLst>
          <pc:docMk/>
          <pc:sldMk cId="3586453012" sldId="726"/>
        </pc:sldMkLst>
      </pc:sldChg>
      <pc:sldChg chg="del">
        <pc:chgData name="Junho Kwak" userId="62373a31-634f-41fb-ac46-b5d6e2c11b09" providerId="ADAL" clId="{B1C418D6-86EE-4D4A-A192-1FF53CE7C94B}" dt="2023-04-21T11:42:10.119" v="78" actId="47"/>
        <pc:sldMkLst>
          <pc:docMk/>
          <pc:sldMk cId="2481542044" sldId="727"/>
        </pc:sldMkLst>
      </pc:sldChg>
      <pc:sldChg chg="del">
        <pc:chgData name="Junho Kwak" userId="62373a31-634f-41fb-ac46-b5d6e2c11b09" providerId="ADAL" clId="{B1C418D6-86EE-4D4A-A192-1FF53CE7C94B}" dt="2023-04-21T11:42:10.621" v="79" actId="47"/>
        <pc:sldMkLst>
          <pc:docMk/>
          <pc:sldMk cId="2098748704" sldId="728"/>
        </pc:sldMkLst>
      </pc:sldChg>
      <pc:sldChg chg="del">
        <pc:chgData name="Junho Kwak" userId="62373a31-634f-41fb-ac46-b5d6e2c11b09" providerId="ADAL" clId="{B1C418D6-86EE-4D4A-A192-1FF53CE7C94B}" dt="2023-04-21T11:42:10.648" v="80" actId="47"/>
        <pc:sldMkLst>
          <pc:docMk/>
          <pc:sldMk cId="1452725560" sldId="729"/>
        </pc:sldMkLst>
      </pc:sldChg>
      <pc:sldChg chg="del">
        <pc:chgData name="Junho Kwak" userId="62373a31-634f-41fb-ac46-b5d6e2c11b09" providerId="ADAL" clId="{B1C418D6-86EE-4D4A-A192-1FF53CE7C94B}" dt="2023-04-21T11:42:10.681" v="81" actId="47"/>
        <pc:sldMkLst>
          <pc:docMk/>
          <pc:sldMk cId="449665111" sldId="730"/>
        </pc:sldMkLst>
      </pc:sldChg>
      <pc:sldChg chg="del">
        <pc:chgData name="Junho Kwak" userId="62373a31-634f-41fb-ac46-b5d6e2c11b09" providerId="ADAL" clId="{B1C418D6-86EE-4D4A-A192-1FF53CE7C94B}" dt="2023-04-21T11:42:10.728" v="82" actId="47"/>
        <pc:sldMkLst>
          <pc:docMk/>
          <pc:sldMk cId="668580560" sldId="731"/>
        </pc:sldMkLst>
      </pc:sldChg>
      <pc:sldChg chg="del">
        <pc:chgData name="Junho Kwak" userId="62373a31-634f-41fb-ac46-b5d6e2c11b09" providerId="ADAL" clId="{B1C418D6-86EE-4D4A-A192-1FF53CE7C94B}" dt="2023-04-21T11:42:11.483" v="83" actId="47"/>
        <pc:sldMkLst>
          <pc:docMk/>
          <pc:sldMk cId="1284870283" sldId="732"/>
        </pc:sldMkLst>
      </pc:sldChg>
      <pc:sldChg chg="del">
        <pc:chgData name="Junho Kwak" userId="62373a31-634f-41fb-ac46-b5d6e2c11b09" providerId="ADAL" clId="{B1C418D6-86EE-4D4A-A192-1FF53CE7C94B}" dt="2023-04-21T11:42:12.037" v="84" actId="47"/>
        <pc:sldMkLst>
          <pc:docMk/>
          <pc:sldMk cId="3618783436" sldId="733"/>
        </pc:sldMkLst>
      </pc:sldChg>
    </pc:docChg>
  </pc:docChgLst>
  <pc:docChgLst>
    <pc:chgData name="Junho Kwak" userId="62373a31-634f-41fb-ac46-b5d6e2c11b09" providerId="ADAL" clId="{763D4DEB-675D-4A7D-8AA1-F998C4F24B50}"/>
    <pc:docChg chg="undo redo custSel addSld delSld modSld sldOrd">
      <pc:chgData name="Junho Kwak" userId="62373a31-634f-41fb-ac46-b5d6e2c11b09" providerId="ADAL" clId="{763D4DEB-675D-4A7D-8AA1-F998C4F24B50}" dt="2025-05-09T03:02:54.341" v="7223" actId="478"/>
      <pc:docMkLst>
        <pc:docMk/>
      </pc:docMkLst>
      <pc:sldChg chg="addSp modSp mod">
        <pc:chgData name="Junho Kwak" userId="62373a31-634f-41fb-ac46-b5d6e2c11b09" providerId="ADAL" clId="{763D4DEB-675D-4A7D-8AA1-F998C4F24B50}" dt="2025-04-29T06:08:59.294" v="5240" actId="6549"/>
        <pc:sldMkLst>
          <pc:docMk/>
          <pc:sldMk cId="2760275364" sldId="660"/>
        </pc:sldMkLst>
        <pc:spChg chg="mod">
          <ac:chgData name="Junho Kwak" userId="62373a31-634f-41fb-ac46-b5d6e2c11b09" providerId="ADAL" clId="{763D4DEB-675D-4A7D-8AA1-F998C4F24B50}" dt="2025-04-27T16:42:05.400" v="109" actId="20577"/>
          <ac:spMkLst>
            <pc:docMk/>
            <pc:sldMk cId="2760275364" sldId="660"/>
            <ac:spMk id="2" creationId="{CEFAC323-1C95-430B-A4F1-6DA88EA705B8}"/>
          </ac:spMkLst>
        </pc:spChg>
        <pc:spChg chg="mod">
          <ac:chgData name="Junho Kwak" userId="62373a31-634f-41fb-ac46-b5d6e2c11b09" providerId="ADAL" clId="{763D4DEB-675D-4A7D-8AA1-F998C4F24B50}" dt="2025-04-29T06:08:59.294" v="5240" actId="6549"/>
          <ac:spMkLst>
            <pc:docMk/>
            <pc:sldMk cId="2760275364" sldId="660"/>
            <ac:spMk id="4" creationId="{00000000-0000-0000-0000-000000000000}"/>
          </ac:spMkLst>
        </pc:spChg>
        <pc:spChg chg="add mod ord">
          <ac:chgData name="Junho Kwak" userId="62373a31-634f-41fb-ac46-b5d6e2c11b09" providerId="ADAL" clId="{763D4DEB-675D-4A7D-8AA1-F998C4F24B50}" dt="2025-04-28T05:54:59.419" v="2287" actId="167"/>
          <ac:spMkLst>
            <pc:docMk/>
            <pc:sldMk cId="2760275364" sldId="660"/>
            <ac:spMk id="5" creationId="{755E20B9-06C4-FD50-AD3C-22BB75E462C4}"/>
          </ac:spMkLst>
        </pc:spChg>
      </pc:sldChg>
      <pc:sldChg chg="addSp delSp modSp mod">
        <pc:chgData name="Junho Kwak" userId="62373a31-634f-41fb-ac46-b5d6e2c11b09" providerId="ADAL" clId="{763D4DEB-675D-4A7D-8AA1-F998C4F24B50}" dt="2025-04-30T06:43:23.547" v="5580" actId="1076"/>
        <pc:sldMkLst>
          <pc:docMk/>
          <pc:sldMk cId="902397851" sldId="661"/>
        </pc:sldMkLst>
        <pc:spChg chg="mod">
          <ac:chgData name="Junho Kwak" userId="62373a31-634f-41fb-ac46-b5d6e2c11b09" providerId="ADAL" clId="{763D4DEB-675D-4A7D-8AA1-F998C4F24B50}" dt="2025-04-27T16:57:46.683" v="196"/>
          <ac:spMkLst>
            <pc:docMk/>
            <pc:sldMk cId="902397851" sldId="661"/>
            <ac:spMk id="2" creationId="{CEFAC323-1C95-430B-A4F1-6DA88EA705B8}"/>
          </ac:spMkLst>
        </pc:spChg>
        <pc:spChg chg="mod">
          <ac:chgData name="Junho Kwak" userId="62373a31-634f-41fb-ac46-b5d6e2c11b09" providerId="ADAL" clId="{763D4DEB-675D-4A7D-8AA1-F998C4F24B50}" dt="2025-04-27T17:21:05.120" v="1119" actId="20577"/>
          <ac:spMkLst>
            <pc:docMk/>
            <pc:sldMk cId="902397851" sldId="661"/>
            <ac:spMk id="3" creationId="{9418F437-8C42-415B-87BE-BA04B474B84B}"/>
          </ac:spMkLst>
        </pc:spChg>
        <pc:spChg chg="add mod topLvl">
          <ac:chgData name="Junho Kwak" userId="62373a31-634f-41fb-ac46-b5d6e2c11b09" providerId="ADAL" clId="{763D4DEB-675D-4A7D-8AA1-F998C4F24B50}" dt="2025-04-28T11:09:48.370" v="2552" actId="164"/>
          <ac:spMkLst>
            <pc:docMk/>
            <pc:sldMk cId="902397851" sldId="661"/>
            <ac:spMk id="22" creationId="{73CACA20-2E6F-2FF5-6763-B8BDE7ED7B7D}"/>
          </ac:spMkLst>
        </pc:spChg>
        <pc:spChg chg="add mod topLvl">
          <ac:chgData name="Junho Kwak" userId="62373a31-634f-41fb-ac46-b5d6e2c11b09" providerId="ADAL" clId="{763D4DEB-675D-4A7D-8AA1-F998C4F24B50}" dt="2025-04-28T11:09:48.370" v="2552" actId="164"/>
          <ac:spMkLst>
            <pc:docMk/>
            <pc:sldMk cId="902397851" sldId="661"/>
            <ac:spMk id="23" creationId="{24039DDC-F074-9C4B-58F5-A979D6511B0E}"/>
          </ac:spMkLst>
        </pc:spChg>
        <pc:spChg chg="add mod topLvl">
          <ac:chgData name="Junho Kwak" userId="62373a31-634f-41fb-ac46-b5d6e2c11b09" providerId="ADAL" clId="{763D4DEB-675D-4A7D-8AA1-F998C4F24B50}" dt="2025-04-28T11:07:43.807" v="2541" actId="165"/>
          <ac:spMkLst>
            <pc:docMk/>
            <pc:sldMk cId="902397851" sldId="661"/>
            <ac:spMk id="24" creationId="{D3DEE407-8C22-F500-5BD5-669A09F585FA}"/>
          </ac:spMkLst>
        </pc:spChg>
        <pc:spChg chg="add mod">
          <ac:chgData name="Junho Kwak" userId="62373a31-634f-41fb-ac46-b5d6e2c11b09" providerId="ADAL" clId="{763D4DEB-675D-4A7D-8AA1-F998C4F24B50}" dt="2025-04-30T06:43:23.547" v="5580" actId="1076"/>
          <ac:spMkLst>
            <pc:docMk/>
            <pc:sldMk cId="902397851" sldId="661"/>
            <ac:spMk id="25" creationId="{17EE6648-CBB5-D437-9CB1-81CB9E9EF371}"/>
          </ac:spMkLst>
        </pc:spChg>
        <pc:spChg chg="add mod topLvl">
          <ac:chgData name="Junho Kwak" userId="62373a31-634f-41fb-ac46-b5d6e2c11b09" providerId="ADAL" clId="{763D4DEB-675D-4A7D-8AA1-F998C4F24B50}" dt="2025-04-28T11:07:43.807" v="2541" actId="165"/>
          <ac:spMkLst>
            <pc:docMk/>
            <pc:sldMk cId="902397851" sldId="661"/>
            <ac:spMk id="29" creationId="{D98E3CD6-912D-0907-C892-8A83F36B2CDB}"/>
          </ac:spMkLst>
        </pc:spChg>
        <pc:spChg chg="add mod ord topLvl">
          <ac:chgData name="Junho Kwak" userId="62373a31-634f-41fb-ac46-b5d6e2c11b09" providerId="ADAL" clId="{763D4DEB-675D-4A7D-8AA1-F998C4F24B50}" dt="2025-04-28T11:07:52.322" v="2543" actId="165"/>
          <ac:spMkLst>
            <pc:docMk/>
            <pc:sldMk cId="902397851" sldId="661"/>
            <ac:spMk id="34" creationId="{D27FA06C-4D0B-6986-3671-FF98BDF15175}"/>
          </ac:spMkLst>
        </pc:spChg>
        <pc:spChg chg="add mod ord">
          <ac:chgData name="Junho Kwak" userId="62373a31-634f-41fb-ac46-b5d6e2c11b09" providerId="ADAL" clId="{763D4DEB-675D-4A7D-8AA1-F998C4F24B50}" dt="2025-04-28T04:47:05.725" v="1856" actId="166"/>
          <ac:spMkLst>
            <pc:docMk/>
            <pc:sldMk cId="902397851" sldId="661"/>
            <ac:spMk id="35" creationId="{36D28EA3-634C-ADEF-8BCF-F00E336772C7}"/>
          </ac:spMkLst>
        </pc:spChg>
        <pc:spChg chg="add mod ord topLvl">
          <ac:chgData name="Junho Kwak" userId="62373a31-634f-41fb-ac46-b5d6e2c11b09" providerId="ADAL" clId="{763D4DEB-675D-4A7D-8AA1-F998C4F24B50}" dt="2025-04-28T11:03:07.700" v="2498" actId="12788"/>
          <ac:spMkLst>
            <pc:docMk/>
            <pc:sldMk cId="902397851" sldId="661"/>
            <ac:spMk id="37" creationId="{CBC87D73-D198-EB57-FD1D-1834733D5A04}"/>
          </ac:spMkLst>
        </pc:spChg>
        <pc:spChg chg="add mod">
          <ac:chgData name="Junho Kwak" userId="62373a31-634f-41fb-ac46-b5d6e2c11b09" providerId="ADAL" clId="{763D4DEB-675D-4A7D-8AA1-F998C4F24B50}" dt="2025-04-28T04:43:13.645" v="1798" actId="14100"/>
          <ac:spMkLst>
            <pc:docMk/>
            <pc:sldMk cId="902397851" sldId="661"/>
            <ac:spMk id="50" creationId="{A95C8946-F2BC-4C6A-5DFC-E2D6E032F650}"/>
          </ac:spMkLst>
        </pc:spChg>
        <pc:spChg chg="add mod">
          <ac:chgData name="Junho Kwak" userId="62373a31-634f-41fb-ac46-b5d6e2c11b09" providerId="ADAL" clId="{763D4DEB-675D-4A7D-8AA1-F998C4F24B50}" dt="2025-04-28T04:43:39.443" v="1802" actId="571"/>
          <ac:spMkLst>
            <pc:docMk/>
            <pc:sldMk cId="902397851" sldId="661"/>
            <ac:spMk id="52" creationId="{1BC56041-F9FA-2CFC-E0B8-7179B53C6337}"/>
          </ac:spMkLst>
        </pc:spChg>
        <pc:spChg chg="add mod topLvl">
          <ac:chgData name="Junho Kwak" userId="62373a31-634f-41fb-ac46-b5d6e2c11b09" providerId="ADAL" clId="{763D4DEB-675D-4A7D-8AA1-F998C4F24B50}" dt="2025-04-28T11:07:52.322" v="2543" actId="165"/>
          <ac:spMkLst>
            <pc:docMk/>
            <pc:sldMk cId="902397851" sldId="661"/>
            <ac:spMk id="53" creationId="{3940A9F0-6248-DA9E-E8F4-802193E8E2DF}"/>
          </ac:spMkLst>
        </pc:spChg>
        <pc:spChg chg="add mod">
          <ac:chgData name="Junho Kwak" userId="62373a31-634f-41fb-ac46-b5d6e2c11b09" providerId="ADAL" clId="{763D4DEB-675D-4A7D-8AA1-F998C4F24B50}" dt="2025-04-28T04:43:42.380" v="1804" actId="571"/>
          <ac:spMkLst>
            <pc:docMk/>
            <pc:sldMk cId="902397851" sldId="661"/>
            <ac:spMk id="54" creationId="{D8E35C21-5268-1059-C86B-D4C4803814DF}"/>
          </ac:spMkLst>
        </pc:spChg>
        <pc:spChg chg="add mod topLvl">
          <ac:chgData name="Junho Kwak" userId="62373a31-634f-41fb-ac46-b5d6e2c11b09" providerId="ADAL" clId="{763D4DEB-675D-4A7D-8AA1-F998C4F24B50}" dt="2025-04-28T11:07:52.322" v="2543" actId="165"/>
          <ac:spMkLst>
            <pc:docMk/>
            <pc:sldMk cId="902397851" sldId="661"/>
            <ac:spMk id="55" creationId="{04CA8A7B-933B-6A98-A863-E2BF723DB7F1}"/>
          </ac:spMkLst>
        </pc:spChg>
        <pc:spChg chg="add mod topLvl">
          <ac:chgData name="Junho Kwak" userId="62373a31-634f-41fb-ac46-b5d6e2c11b09" providerId="ADAL" clId="{763D4DEB-675D-4A7D-8AA1-F998C4F24B50}" dt="2025-04-28T11:07:52.322" v="2543" actId="165"/>
          <ac:spMkLst>
            <pc:docMk/>
            <pc:sldMk cId="902397851" sldId="661"/>
            <ac:spMk id="56" creationId="{86AA9098-2F40-ABB1-7999-3560435B0970}"/>
          </ac:spMkLst>
        </pc:spChg>
        <pc:spChg chg="add mod">
          <ac:chgData name="Junho Kwak" userId="62373a31-634f-41fb-ac46-b5d6e2c11b09" providerId="ADAL" clId="{763D4DEB-675D-4A7D-8AA1-F998C4F24B50}" dt="2025-04-28T04:50:28.598" v="1894" actId="207"/>
          <ac:spMkLst>
            <pc:docMk/>
            <pc:sldMk cId="902397851" sldId="661"/>
            <ac:spMk id="58" creationId="{8C82991E-F0B4-60BE-EAB5-798B476A915A}"/>
          </ac:spMkLst>
        </pc:spChg>
        <pc:spChg chg="add mod">
          <ac:chgData name="Junho Kwak" userId="62373a31-634f-41fb-ac46-b5d6e2c11b09" providerId="ADAL" clId="{763D4DEB-675D-4A7D-8AA1-F998C4F24B50}" dt="2025-04-28T04:50:28.598" v="1894" actId="207"/>
          <ac:spMkLst>
            <pc:docMk/>
            <pc:sldMk cId="902397851" sldId="661"/>
            <ac:spMk id="59" creationId="{0092F526-27AC-F6F8-816B-CFB8ADAF78D3}"/>
          </ac:spMkLst>
        </pc:spChg>
        <pc:spChg chg="add mod">
          <ac:chgData name="Junho Kwak" userId="62373a31-634f-41fb-ac46-b5d6e2c11b09" providerId="ADAL" clId="{763D4DEB-675D-4A7D-8AA1-F998C4F24B50}" dt="2025-04-28T04:50:18.243" v="1893" actId="207"/>
          <ac:spMkLst>
            <pc:docMk/>
            <pc:sldMk cId="902397851" sldId="661"/>
            <ac:spMk id="60" creationId="{C4BDB2AE-2222-0692-F0B6-0A5ACAD33819}"/>
          </ac:spMkLst>
        </pc:spChg>
        <pc:spChg chg="add mod topLvl">
          <ac:chgData name="Junho Kwak" userId="62373a31-634f-41fb-ac46-b5d6e2c11b09" providerId="ADAL" clId="{763D4DEB-675D-4A7D-8AA1-F998C4F24B50}" dt="2025-04-28T11:01:29.268" v="2482" actId="165"/>
          <ac:spMkLst>
            <pc:docMk/>
            <pc:sldMk cId="902397851" sldId="661"/>
            <ac:spMk id="61" creationId="{65404B64-726A-8576-F7E0-1E16BEC26C7D}"/>
          </ac:spMkLst>
        </pc:spChg>
        <pc:spChg chg="add mod topLvl">
          <ac:chgData name="Junho Kwak" userId="62373a31-634f-41fb-ac46-b5d6e2c11b09" providerId="ADAL" clId="{763D4DEB-675D-4A7D-8AA1-F998C4F24B50}" dt="2025-04-28T11:07:52.322" v="2543" actId="165"/>
          <ac:spMkLst>
            <pc:docMk/>
            <pc:sldMk cId="902397851" sldId="661"/>
            <ac:spMk id="62" creationId="{688F4379-CCC6-305B-7CF4-948FD541C218}"/>
          </ac:spMkLst>
        </pc:spChg>
        <pc:spChg chg="add mod">
          <ac:chgData name="Junho Kwak" userId="62373a31-634f-41fb-ac46-b5d6e2c11b09" providerId="ADAL" clId="{763D4DEB-675D-4A7D-8AA1-F998C4F24B50}" dt="2025-04-28T04:49:54.177" v="1889" actId="207"/>
          <ac:spMkLst>
            <pc:docMk/>
            <pc:sldMk cId="902397851" sldId="661"/>
            <ac:spMk id="63" creationId="{BF09AC21-6FEB-0022-60E1-4E69BC8D4550}"/>
          </ac:spMkLst>
        </pc:spChg>
        <pc:spChg chg="add mod">
          <ac:chgData name="Junho Kwak" userId="62373a31-634f-41fb-ac46-b5d6e2c11b09" providerId="ADAL" clId="{763D4DEB-675D-4A7D-8AA1-F998C4F24B50}" dt="2025-04-28T04:51:21.027" v="1902" actId="207"/>
          <ac:spMkLst>
            <pc:docMk/>
            <pc:sldMk cId="902397851" sldId="661"/>
            <ac:spMk id="1024" creationId="{5723A1B5-64FA-A8BD-42D9-FE1F808FF3C8}"/>
          </ac:spMkLst>
        </pc:spChg>
        <pc:spChg chg="add mod">
          <ac:chgData name="Junho Kwak" userId="62373a31-634f-41fb-ac46-b5d6e2c11b09" providerId="ADAL" clId="{763D4DEB-675D-4A7D-8AA1-F998C4F24B50}" dt="2025-04-28T04:51:21.027" v="1902" actId="207"/>
          <ac:spMkLst>
            <pc:docMk/>
            <pc:sldMk cId="902397851" sldId="661"/>
            <ac:spMk id="1025" creationId="{9595EC07-FE02-E8CF-CAB9-4B61A84B98CA}"/>
          </ac:spMkLst>
        </pc:spChg>
        <pc:spChg chg="add mod topLvl">
          <ac:chgData name="Junho Kwak" userId="62373a31-634f-41fb-ac46-b5d6e2c11b09" providerId="ADAL" clId="{763D4DEB-675D-4A7D-8AA1-F998C4F24B50}" dt="2025-04-28T11:01:29.268" v="2482" actId="165"/>
          <ac:spMkLst>
            <pc:docMk/>
            <pc:sldMk cId="902397851" sldId="661"/>
            <ac:spMk id="1026" creationId="{968DE877-43A7-ADE0-3209-83FBB6498232}"/>
          </ac:spMkLst>
        </pc:spChg>
        <pc:spChg chg="add mod">
          <ac:chgData name="Junho Kwak" userId="62373a31-634f-41fb-ac46-b5d6e2c11b09" providerId="ADAL" clId="{763D4DEB-675D-4A7D-8AA1-F998C4F24B50}" dt="2025-04-28T04:51:21.027" v="1902" actId="207"/>
          <ac:spMkLst>
            <pc:docMk/>
            <pc:sldMk cId="902397851" sldId="661"/>
            <ac:spMk id="1027" creationId="{3A198BAB-9DB4-1D92-B371-4808638DDCF9}"/>
          </ac:spMkLst>
        </pc:spChg>
        <pc:spChg chg="add mod topLvl">
          <ac:chgData name="Junho Kwak" userId="62373a31-634f-41fb-ac46-b5d6e2c11b09" providerId="ADAL" clId="{763D4DEB-675D-4A7D-8AA1-F998C4F24B50}" dt="2025-04-28T11:01:29.268" v="2482" actId="165"/>
          <ac:spMkLst>
            <pc:docMk/>
            <pc:sldMk cId="902397851" sldId="661"/>
            <ac:spMk id="1029" creationId="{024AF98D-39CF-3F26-ABC0-725C6C1C274F}"/>
          </ac:spMkLst>
        </pc:spChg>
        <pc:spChg chg="add mod topLvl">
          <ac:chgData name="Junho Kwak" userId="62373a31-634f-41fb-ac46-b5d6e2c11b09" providerId="ADAL" clId="{763D4DEB-675D-4A7D-8AA1-F998C4F24B50}" dt="2025-04-28T11:07:52.322" v="2543" actId="165"/>
          <ac:spMkLst>
            <pc:docMk/>
            <pc:sldMk cId="902397851" sldId="661"/>
            <ac:spMk id="1030" creationId="{DF809D3F-E2D4-C1AC-4670-3BDB27F4DD92}"/>
          </ac:spMkLst>
        </pc:spChg>
        <pc:spChg chg="add mod topLvl">
          <ac:chgData name="Junho Kwak" userId="62373a31-634f-41fb-ac46-b5d6e2c11b09" providerId="ADAL" clId="{763D4DEB-675D-4A7D-8AA1-F998C4F24B50}" dt="2025-04-28T11:07:52.322" v="2543" actId="165"/>
          <ac:spMkLst>
            <pc:docMk/>
            <pc:sldMk cId="902397851" sldId="661"/>
            <ac:spMk id="1031" creationId="{44E0EA1E-DA6E-DA48-602A-11EEC9B91EF5}"/>
          </ac:spMkLst>
        </pc:spChg>
        <pc:spChg chg="add mod topLvl">
          <ac:chgData name="Junho Kwak" userId="62373a31-634f-41fb-ac46-b5d6e2c11b09" providerId="ADAL" clId="{763D4DEB-675D-4A7D-8AA1-F998C4F24B50}" dt="2025-04-28T11:07:52.322" v="2543" actId="165"/>
          <ac:spMkLst>
            <pc:docMk/>
            <pc:sldMk cId="902397851" sldId="661"/>
            <ac:spMk id="1032" creationId="{B6E5A9C7-92A9-48A1-69F6-458F0F60FDA4}"/>
          </ac:spMkLst>
        </pc:spChg>
        <pc:spChg chg="add mod topLvl">
          <ac:chgData name="Junho Kwak" userId="62373a31-634f-41fb-ac46-b5d6e2c11b09" providerId="ADAL" clId="{763D4DEB-675D-4A7D-8AA1-F998C4F24B50}" dt="2025-04-28T11:07:52.322" v="2543" actId="165"/>
          <ac:spMkLst>
            <pc:docMk/>
            <pc:sldMk cId="902397851" sldId="661"/>
            <ac:spMk id="1033" creationId="{8343BEF7-BDF4-331A-D6FB-C4F11FBD7005}"/>
          </ac:spMkLst>
        </pc:spChg>
        <pc:spChg chg="add mod topLvl">
          <ac:chgData name="Junho Kwak" userId="62373a31-634f-41fb-ac46-b5d6e2c11b09" providerId="ADAL" clId="{763D4DEB-675D-4A7D-8AA1-F998C4F24B50}" dt="2025-04-28T11:01:29.268" v="2482" actId="165"/>
          <ac:spMkLst>
            <pc:docMk/>
            <pc:sldMk cId="902397851" sldId="661"/>
            <ac:spMk id="1034" creationId="{0062D268-888E-E868-52F7-B54BC2E863AB}"/>
          </ac:spMkLst>
        </pc:spChg>
        <pc:spChg chg="add mod">
          <ac:chgData name="Junho Kwak" userId="62373a31-634f-41fb-ac46-b5d6e2c11b09" providerId="ADAL" clId="{763D4DEB-675D-4A7D-8AA1-F998C4F24B50}" dt="2025-04-28T04:50:28.598" v="1894" actId="207"/>
          <ac:spMkLst>
            <pc:docMk/>
            <pc:sldMk cId="902397851" sldId="661"/>
            <ac:spMk id="1035" creationId="{74BD1CD3-095D-76A8-691C-F3393170B0C4}"/>
          </ac:spMkLst>
        </pc:spChg>
        <pc:spChg chg="add mod">
          <ac:chgData name="Junho Kwak" userId="62373a31-634f-41fb-ac46-b5d6e2c11b09" providerId="ADAL" clId="{763D4DEB-675D-4A7D-8AA1-F998C4F24B50}" dt="2025-04-28T04:44:34.787" v="1827" actId="571"/>
          <ac:spMkLst>
            <pc:docMk/>
            <pc:sldMk cId="902397851" sldId="661"/>
            <ac:spMk id="1036" creationId="{E4E07523-6926-D859-C475-54C579A42946}"/>
          </ac:spMkLst>
        </pc:spChg>
        <pc:spChg chg="add mod">
          <ac:chgData name="Junho Kwak" userId="62373a31-634f-41fb-ac46-b5d6e2c11b09" providerId="ADAL" clId="{763D4DEB-675D-4A7D-8AA1-F998C4F24B50}" dt="2025-04-28T04:44:36.096" v="1828" actId="571"/>
          <ac:spMkLst>
            <pc:docMk/>
            <pc:sldMk cId="902397851" sldId="661"/>
            <ac:spMk id="1037" creationId="{6EC5EB0C-E000-6B27-51D8-E21892D8BD5E}"/>
          </ac:spMkLst>
        </pc:spChg>
        <pc:spChg chg="add mod topLvl">
          <ac:chgData name="Junho Kwak" userId="62373a31-634f-41fb-ac46-b5d6e2c11b09" providerId="ADAL" clId="{763D4DEB-675D-4A7D-8AA1-F998C4F24B50}" dt="2025-04-28T11:01:29.268" v="2482" actId="165"/>
          <ac:spMkLst>
            <pc:docMk/>
            <pc:sldMk cId="902397851" sldId="661"/>
            <ac:spMk id="1038" creationId="{2BC198F4-15D5-C26C-A0A1-010121369F8D}"/>
          </ac:spMkLst>
        </pc:spChg>
        <pc:spChg chg="add mod topLvl">
          <ac:chgData name="Junho Kwak" userId="62373a31-634f-41fb-ac46-b5d6e2c11b09" providerId="ADAL" clId="{763D4DEB-675D-4A7D-8AA1-F998C4F24B50}" dt="2025-04-28T11:01:29.268" v="2482" actId="165"/>
          <ac:spMkLst>
            <pc:docMk/>
            <pc:sldMk cId="902397851" sldId="661"/>
            <ac:spMk id="1039" creationId="{F1F9F5D6-CF0C-186B-D226-C103F3124542}"/>
          </ac:spMkLst>
        </pc:spChg>
        <pc:spChg chg="add mod">
          <ac:chgData name="Junho Kwak" userId="62373a31-634f-41fb-ac46-b5d6e2c11b09" providerId="ADAL" clId="{763D4DEB-675D-4A7D-8AA1-F998C4F24B50}" dt="2025-04-28T04:44:39.518" v="1831" actId="571"/>
          <ac:spMkLst>
            <pc:docMk/>
            <pc:sldMk cId="902397851" sldId="661"/>
            <ac:spMk id="1040" creationId="{EE2E3BEB-0CB4-F75E-784C-0B446C736DA5}"/>
          </ac:spMkLst>
        </pc:spChg>
        <pc:spChg chg="add mod">
          <ac:chgData name="Junho Kwak" userId="62373a31-634f-41fb-ac46-b5d6e2c11b09" providerId="ADAL" clId="{763D4DEB-675D-4A7D-8AA1-F998C4F24B50}" dt="2025-04-28T04:44:40.804" v="1832" actId="571"/>
          <ac:spMkLst>
            <pc:docMk/>
            <pc:sldMk cId="902397851" sldId="661"/>
            <ac:spMk id="1041" creationId="{836D6560-47E2-8F49-BEB7-78DF55D0F874}"/>
          </ac:spMkLst>
        </pc:spChg>
        <pc:spChg chg="add mod topLvl">
          <ac:chgData name="Junho Kwak" userId="62373a31-634f-41fb-ac46-b5d6e2c11b09" providerId="ADAL" clId="{763D4DEB-675D-4A7D-8AA1-F998C4F24B50}" dt="2025-04-28T11:07:52.322" v="2543" actId="165"/>
          <ac:spMkLst>
            <pc:docMk/>
            <pc:sldMk cId="902397851" sldId="661"/>
            <ac:spMk id="1042" creationId="{D866E65E-86DB-C24D-A15B-6CE24B7AD551}"/>
          </ac:spMkLst>
        </pc:spChg>
        <pc:spChg chg="add mod">
          <ac:chgData name="Junho Kwak" userId="62373a31-634f-41fb-ac46-b5d6e2c11b09" providerId="ADAL" clId="{763D4DEB-675D-4A7D-8AA1-F998C4F24B50}" dt="2025-04-28T11:09:48.370" v="2552" actId="164"/>
          <ac:spMkLst>
            <pc:docMk/>
            <pc:sldMk cId="902397851" sldId="661"/>
            <ac:spMk id="1043" creationId="{FEA3CFE1-BD7A-6E75-A25B-BB803C65C7E0}"/>
          </ac:spMkLst>
        </pc:spChg>
        <pc:grpChg chg="mod">
          <ac:chgData name="Junho Kwak" userId="62373a31-634f-41fb-ac46-b5d6e2c11b09" providerId="ADAL" clId="{763D4DEB-675D-4A7D-8AA1-F998C4F24B50}" dt="2025-04-28T11:09:48.370" v="2552" actId="164"/>
          <ac:grpSpMkLst>
            <pc:docMk/>
            <pc:sldMk cId="902397851" sldId="661"/>
            <ac:grpSpMk id="1059" creationId="{245282E6-219E-D7B4-A461-F9C7D5319ED5}"/>
          </ac:grpSpMkLst>
        </pc:grpChg>
        <pc:grpChg chg="add mod">
          <ac:chgData name="Junho Kwak" userId="62373a31-634f-41fb-ac46-b5d6e2c11b09" providerId="ADAL" clId="{763D4DEB-675D-4A7D-8AA1-F998C4F24B50}" dt="2025-04-28T11:09:48.370" v="2552" actId="164"/>
          <ac:grpSpMkLst>
            <pc:docMk/>
            <pc:sldMk cId="902397851" sldId="661"/>
            <ac:grpSpMk id="1063" creationId="{9663D461-1484-AE6C-9B29-B190544D273A}"/>
          </ac:grpSpMkLst>
        </pc:grpChg>
        <pc:grpChg chg="add mod">
          <ac:chgData name="Junho Kwak" userId="62373a31-634f-41fb-ac46-b5d6e2c11b09" providerId="ADAL" clId="{763D4DEB-675D-4A7D-8AA1-F998C4F24B50}" dt="2025-04-30T06:43:23.547" v="5580" actId="1076"/>
          <ac:grpSpMkLst>
            <pc:docMk/>
            <pc:sldMk cId="902397851" sldId="661"/>
            <ac:grpSpMk id="1068" creationId="{BC80ACDC-35B1-3459-3A6A-B44638D01E1A}"/>
          </ac:grpSpMkLst>
        </pc:grpChg>
        <pc:picChg chg="add mod">
          <ac:chgData name="Junho Kwak" userId="62373a31-634f-41fb-ac46-b5d6e2c11b09" providerId="ADAL" clId="{763D4DEB-675D-4A7D-8AA1-F998C4F24B50}" dt="2025-04-28T05:41:43.496" v="2171" actId="1076"/>
          <ac:picMkLst>
            <pc:docMk/>
            <pc:sldMk cId="902397851" sldId="661"/>
            <ac:picMk id="5" creationId="{929C84E4-62A8-5CE1-338A-6D5182034190}"/>
          </ac:picMkLst>
        </pc:picChg>
        <pc:picChg chg="add mod">
          <ac:chgData name="Junho Kwak" userId="62373a31-634f-41fb-ac46-b5d6e2c11b09" providerId="ADAL" clId="{763D4DEB-675D-4A7D-8AA1-F998C4F24B50}" dt="2025-04-28T05:12:11.620" v="1992" actId="1076"/>
          <ac:picMkLst>
            <pc:docMk/>
            <pc:sldMk cId="902397851" sldId="661"/>
            <ac:picMk id="7" creationId="{DFD772C3-D34A-860A-A53B-125EC17C445D}"/>
          </ac:picMkLst>
        </pc:picChg>
        <pc:picChg chg="add mod">
          <ac:chgData name="Junho Kwak" userId="62373a31-634f-41fb-ac46-b5d6e2c11b09" providerId="ADAL" clId="{763D4DEB-675D-4A7D-8AA1-F998C4F24B50}" dt="2025-04-28T05:12:21.135" v="1996" actId="1076"/>
          <ac:picMkLst>
            <pc:docMk/>
            <pc:sldMk cId="902397851" sldId="661"/>
            <ac:picMk id="12" creationId="{630B64BC-5CDD-03A2-4766-C5C62D107D95}"/>
          </ac:picMkLst>
        </pc:picChg>
        <pc:picChg chg="add mod">
          <ac:chgData name="Junho Kwak" userId="62373a31-634f-41fb-ac46-b5d6e2c11b09" providerId="ADAL" clId="{763D4DEB-675D-4A7D-8AA1-F998C4F24B50}" dt="2025-04-28T05:41:41.369" v="2170" actId="1076"/>
          <ac:picMkLst>
            <pc:docMk/>
            <pc:sldMk cId="902397851" sldId="661"/>
            <ac:picMk id="15" creationId="{D78BAE8A-EB11-4798-B8F8-ABF9EE641B10}"/>
          </ac:picMkLst>
        </pc:picChg>
        <pc:picChg chg="add mod ord modCrop">
          <ac:chgData name="Junho Kwak" userId="62373a31-634f-41fb-ac46-b5d6e2c11b09" providerId="ADAL" clId="{763D4DEB-675D-4A7D-8AA1-F998C4F24B50}" dt="2025-04-28T11:09:48.370" v="2552" actId="164"/>
          <ac:picMkLst>
            <pc:docMk/>
            <pc:sldMk cId="902397851" sldId="661"/>
            <ac:picMk id="19" creationId="{D31080F3-1E83-1AB4-4E24-30B0D5F26627}"/>
          </ac:picMkLst>
        </pc:picChg>
        <pc:picChg chg="add mod">
          <ac:chgData name="Junho Kwak" userId="62373a31-634f-41fb-ac46-b5d6e2c11b09" providerId="ADAL" clId="{763D4DEB-675D-4A7D-8AA1-F998C4F24B50}" dt="2025-04-28T05:12:25.954" v="1998" actId="14100"/>
          <ac:picMkLst>
            <pc:docMk/>
            <pc:sldMk cId="902397851" sldId="661"/>
            <ac:picMk id="1028" creationId="{9B12E6B2-AE4E-7CDB-6331-DF556E98F2A6}"/>
          </ac:picMkLst>
        </pc:picChg>
        <pc:picChg chg="add mod topLvl">
          <ac:chgData name="Junho Kwak" userId="62373a31-634f-41fb-ac46-b5d6e2c11b09" providerId="ADAL" clId="{763D4DEB-675D-4A7D-8AA1-F998C4F24B50}" dt="2025-04-28T11:09:48.370" v="2552" actId="164"/>
          <ac:picMkLst>
            <pc:docMk/>
            <pc:sldMk cId="902397851" sldId="661"/>
            <ac:picMk id="1047" creationId="{8DDF2AFB-F90A-8C5B-3FE9-501BF5B2E353}"/>
          </ac:picMkLst>
        </pc:picChg>
      </pc:sldChg>
      <pc:sldChg chg="del">
        <pc:chgData name="Junho Kwak" userId="62373a31-634f-41fb-ac46-b5d6e2c11b09" providerId="ADAL" clId="{763D4DEB-675D-4A7D-8AA1-F998C4F24B50}" dt="2025-04-27T16:57:39.663" v="193" actId="47"/>
        <pc:sldMkLst>
          <pc:docMk/>
          <pc:sldMk cId="2616231458" sldId="662"/>
        </pc:sldMkLst>
      </pc:sldChg>
      <pc:sldChg chg="addSp delSp modSp add mod">
        <pc:chgData name="Junho Kwak" userId="62373a31-634f-41fb-ac46-b5d6e2c11b09" providerId="ADAL" clId="{763D4DEB-675D-4A7D-8AA1-F998C4F24B50}" dt="2025-04-30T06:43:49.779" v="5585" actId="1076"/>
        <pc:sldMkLst>
          <pc:docMk/>
          <pc:sldMk cId="4049639920" sldId="662"/>
        </pc:sldMkLst>
        <pc:spChg chg="mod">
          <ac:chgData name="Junho Kwak" userId="62373a31-634f-41fb-ac46-b5d6e2c11b09" providerId="ADAL" clId="{763D4DEB-675D-4A7D-8AA1-F998C4F24B50}" dt="2025-04-27T17:22:02.413" v="1146" actId="20577"/>
          <ac:spMkLst>
            <pc:docMk/>
            <pc:sldMk cId="4049639920" sldId="662"/>
            <ac:spMk id="3" creationId="{B59C2FC6-1D64-6B93-4B40-4AE137F8E63B}"/>
          </ac:spMkLst>
        </pc:spChg>
        <pc:spChg chg="add mod topLvl">
          <ac:chgData name="Junho Kwak" userId="62373a31-634f-41fb-ac46-b5d6e2c11b09" providerId="ADAL" clId="{763D4DEB-675D-4A7D-8AA1-F998C4F24B50}" dt="2025-04-29T07:39:01.952" v="5397" actId="164"/>
          <ac:spMkLst>
            <pc:docMk/>
            <pc:sldMk cId="4049639920" sldId="662"/>
            <ac:spMk id="25" creationId="{BE77C4D5-79A9-6283-FE8D-D4A5DE09D9E7}"/>
          </ac:spMkLst>
        </pc:spChg>
        <pc:spChg chg="add mod">
          <ac:chgData name="Junho Kwak" userId="62373a31-634f-41fb-ac46-b5d6e2c11b09" providerId="ADAL" clId="{763D4DEB-675D-4A7D-8AA1-F998C4F24B50}" dt="2025-04-29T07:39:01.952" v="5397" actId="164"/>
          <ac:spMkLst>
            <pc:docMk/>
            <pc:sldMk cId="4049639920" sldId="662"/>
            <ac:spMk id="26" creationId="{3BB5A216-3B89-C7B1-78B1-85F3B7BFAD4F}"/>
          </ac:spMkLst>
        </pc:spChg>
        <pc:spChg chg="add mod topLvl">
          <ac:chgData name="Junho Kwak" userId="62373a31-634f-41fb-ac46-b5d6e2c11b09" providerId="ADAL" clId="{763D4DEB-675D-4A7D-8AA1-F998C4F24B50}" dt="2025-04-29T07:39:53.415" v="5409" actId="164"/>
          <ac:spMkLst>
            <pc:docMk/>
            <pc:sldMk cId="4049639920" sldId="662"/>
            <ac:spMk id="35" creationId="{AB417990-E4F7-97EC-04CE-5F6CB79A30DE}"/>
          </ac:spMkLst>
        </pc:spChg>
        <pc:spChg chg="add mod topLvl">
          <ac:chgData name="Junho Kwak" userId="62373a31-634f-41fb-ac46-b5d6e2c11b09" providerId="ADAL" clId="{763D4DEB-675D-4A7D-8AA1-F998C4F24B50}" dt="2025-04-29T07:39:53.415" v="5409" actId="164"/>
          <ac:spMkLst>
            <pc:docMk/>
            <pc:sldMk cId="4049639920" sldId="662"/>
            <ac:spMk id="36" creationId="{A7801055-EF27-170D-3A47-3A133AC81475}"/>
          </ac:spMkLst>
        </pc:spChg>
        <pc:spChg chg="add mod topLvl">
          <ac:chgData name="Junho Kwak" userId="62373a31-634f-41fb-ac46-b5d6e2c11b09" providerId="ADAL" clId="{763D4DEB-675D-4A7D-8AA1-F998C4F24B50}" dt="2025-04-29T07:36:30.417" v="5348" actId="14100"/>
          <ac:spMkLst>
            <pc:docMk/>
            <pc:sldMk cId="4049639920" sldId="662"/>
            <ac:spMk id="37" creationId="{ABD4123C-9A43-1926-EEC0-325ABFBF6F4E}"/>
          </ac:spMkLst>
        </pc:spChg>
        <pc:spChg chg="add mod topLvl">
          <ac:chgData name="Junho Kwak" userId="62373a31-634f-41fb-ac46-b5d6e2c11b09" providerId="ADAL" clId="{763D4DEB-675D-4A7D-8AA1-F998C4F24B50}" dt="2025-04-29T07:39:53.415" v="5409" actId="164"/>
          <ac:spMkLst>
            <pc:docMk/>
            <pc:sldMk cId="4049639920" sldId="662"/>
            <ac:spMk id="38" creationId="{7E7A36F1-AFE4-FB22-0B06-0FE9D4597F0C}"/>
          </ac:spMkLst>
        </pc:spChg>
        <pc:spChg chg="add mod topLvl">
          <ac:chgData name="Junho Kwak" userId="62373a31-634f-41fb-ac46-b5d6e2c11b09" providerId="ADAL" clId="{763D4DEB-675D-4A7D-8AA1-F998C4F24B50}" dt="2025-04-29T07:39:53.415" v="5409" actId="164"/>
          <ac:spMkLst>
            <pc:docMk/>
            <pc:sldMk cId="4049639920" sldId="662"/>
            <ac:spMk id="40" creationId="{D8D8B29B-C86A-6752-4AA1-69890DFF5490}"/>
          </ac:spMkLst>
        </pc:spChg>
        <pc:spChg chg="mod">
          <ac:chgData name="Junho Kwak" userId="62373a31-634f-41fb-ac46-b5d6e2c11b09" providerId="ADAL" clId="{763D4DEB-675D-4A7D-8AA1-F998C4F24B50}" dt="2025-04-29T07:39:53.415" v="5409" actId="164"/>
          <ac:spMkLst>
            <pc:docMk/>
            <pc:sldMk cId="4049639920" sldId="662"/>
            <ac:spMk id="42" creationId="{09B4250D-1931-AE6F-2886-71F5708248B5}"/>
          </ac:spMkLst>
        </pc:spChg>
        <pc:spChg chg="mod topLvl">
          <ac:chgData name="Junho Kwak" userId="62373a31-634f-41fb-ac46-b5d6e2c11b09" providerId="ADAL" clId="{763D4DEB-675D-4A7D-8AA1-F998C4F24B50}" dt="2025-04-29T07:36:44.933" v="5349" actId="1076"/>
          <ac:spMkLst>
            <pc:docMk/>
            <pc:sldMk cId="4049639920" sldId="662"/>
            <ac:spMk id="45" creationId="{DFD92DFE-01C7-4893-11D8-44A10C908512}"/>
          </ac:spMkLst>
        </pc:spChg>
        <pc:spChg chg="mod topLvl">
          <ac:chgData name="Junho Kwak" userId="62373a31-634f-41fb-ac46-b5d6e2c11b09" providerId="ADAL" clId="{763D4DEB-675D-4A7D-8AA1-F998C4F24B50}" dt="2025-04-29T07:33:12.871" v="5331" actId="164"/>
          <ac:spMkLst>
            <pc:docMk/>
            <pc:sldMk cId="4049639920" sldId="662"/>
            <ac:spMk id="51" creationId="{3D8C0C71-ACF7-3A80-ACCF-8A0043EF28B7}"/>
          </ac:spMkLst>
        </pc:spChg>
        <pc:spChg chg="mod topLvl">
          <ac:chgData name="Junho Kwak" userId="62373a31-634f-41fb-ac46-b5d6e2c11b09" providerId="ADAL" clId="{763D4DEB-675D-4A7D-8AA1-F998C4F24B50}" dt="2025-04-29T07:33:12.871" v="5331" actId="164"/>
          <ac:spMkLst>
            <pc:docMk/>
            <pc:sldMk cId="4049639920" sldId="662"/>
            <ac:spMk id="52" creationId="{B2CA14E1-BE3A-A94F-69E5-7ECD42B29904}"/>
          </ac:spMkLst>
        </pc:spChg>
        <pc:spChg chg="add mod topLvl">
          <ac:chgData name="Junho Kwak" userId="62373a31-634f-41fb-ac46-b5d6e2c11b09" providerId="ADAL" clId="{763D4DEB-675D-4A7D-8AA1-F998C4F24B50}" dt="2025-04-29T07:36:55.546" v="5350" actId="1076"/>
          <ac:spMkLst>
            <pc:docMk/>
            <pc:sldMk cId="4049639920" sldId="662"/>
            <ac:spMk id="53" creationId="{06F3622C-4116-AEE5-8CF9-E5019A3C6F7A}"/>
          </ac:spMkLst>
        </pc:spChg>
        <pc:spChg chg="add mod">
          <ac:chgData name="Junho Kwak" userId="62373a31-634f-41fb-ac46-b5d6e2c11b09" providerId="ADAL" clId="{763D4DEB-675D-4A7D-8AA1-F998C4F24B50}" dt="2025-04-29T07:37:19.050" v="5357" actId="1076"/>
          <ac:spMkLst>
            <pc:docMk/>
            <pc:sldMk cId="4049639920" sldId="662"/>
            <ac:spMk id="55" creationId="{0D5B5B81-8797-CE97-6893-009A85C24CB3}"/>
          </ac:spMkLst>
        </pc:spChg>
        <pc:spChg chg="add mod">
          <ac:chgData name="Junho Kwak" userId="62373a31-634f-41fb-ac46-b5d6e2c11b09" providerId="ADAL" clId="{763D4DEB-675D-4A7D-8AA1-F998C4F24B50}" dt="2025-04-29T07:37:37.057" v="5359" actId="571"/>
          <ac:spMkLst>
            <pc:docMk/>
            <pc:sldMk cId="4049639920" sldId="662"/>
            <ac:spMk id="2055" creationId="{8DC1AA0B-86A5-25AE-F60C-84E8A705010A}"/>
          </ac:spMkLst>
        </pc:spChg>
        <pc:spChg chg="add mod">
          <ac:chgData name="Junho Kwak" userId="62373a31-634f-41fb-ac46-b5d6e2c11b09" providerId="ADAL" clId="{763D4DEB-675D-4A7D-8AA1-F998C4F24B50}" dt="2025-04-29T07:39:53.415" v="5409" actId="164"/>
          <ac:spMkLst>
            <pc:docMk/>
            <pc:sldMk cId="4049639920" sldId="662"/>
            <ac:spMk id="2056" creationId="{132995F1-4DD3-832A-584B-BD462B9D5AFA}"/>
          </ac:spMkLst>
        </pc:spChg>
        <pc:spChg chg="add mod">
          <ac:chgData name="Junho Kwak" userId="62373a31-634f-41fb-ac46-b5d6e2c11b09" providerId="ADAL" clId="{763D4DEB-675D-4A7D-8AA1-F998C4F24B50}" dt="2025-04-29T07:37:37.057" v="5359" actId="571"/>
          <ac:spMkLst>
            <pc:docMk/>
            <pc:sldMk cId="4049639920" sldId="662"/>
            <ac:spMk id="2057" creationId="{500ED690-9E74-56F4-44EB-378C8349D76C}"/>
          </ac:spMkLst>
        </pc:spChg>
        <pc:spChg chg="add mod">
          <ac:chgData name="Junho Kwak" userId="62373a31-634f-41fb-ac46-b5d6e2c11b09" providerId="ADAL" clId="{763D4DEB-675D-4A7D-8AA1-F998C4F24B50}" dt="2025-04-29T07:39:53.415" v="5409" actId="164"/>
          <ac:spMkLst>
            <pc:docMk/>
            <pc:sldMk cId="4049639920" sldId="662"/>
            <ac:spMk id="2058" creationId="{E9199A2A-79BB-93BE-0070-B21018A875CA}"/>
          </ac:spMkLst>
        </pc:spChg>
        <pc:spChg chg="add mod">
          <ac:chgData name="Junho Kwak" userId="62373a31-634f-41fb-ac46-b5d6e2c11b09" providerId="ADAL" clId="{763D4DEB-675D-4A7D-8AA1-F998C4F24B50}" dt="2025-04-29T07:39:53.415" v="5409" actId="164"/>
          <ac:spMkLst>
            <pc:docMk/>
            <pc:sldMk cId="4049639920" sldId="662"/>
            <ac:spMk id="2059" creationId="{4ABAAC8E-B893-9C8C-93E8-2F8E903502BC}"/>
          </ac:spMkLst>
        </pc:spChg>
        <pc:spChg chg="add mod">
          <ac:chgData name="Junho Kwak" userId="62373a31-634f-41fb-ac46-b5d6e2c11b09" providerId="ADAL" clId="{763D4DEB-675D-4A7D-8AA1-F998C4F24B50}" dt="2025-04-29T07:37:37.057" v="5359" actId="571"/>
          <ac:spMkLst>
            <pc:docMk/>
            <pc:sldMk cId="4049639920" sldId="662"/>
            <ac:spMk id="2060" creationId="{D1C09C38-C3C7-0CE0-7522-738F8BF05C07}"/>
          </ac:spMkLst>
        </pc:spChg>
        <pc:spChg chg="add mod">
          <ac:chgData name="Junho Kwak" userId="62373a31-634f-41fb-ac46-b5d6e2c11b09" providerId="ADAL" clId="{763D4DEB-675D-4A7D-8AA1-F998C4F24B50}" dt="2025-04-29T07:39:53.415" v="5409" actId="164"/>
          <ac:spMkLst>
            <pc:docMk/>
            <pc:sldMk cId="4049639920" sldId="662"/>
            <ac:spMk id="2061" creationId="{74300F33-27B5-EDC9-58D8-431C7CB2E29E}"/>
          </ac:spMkLst>
        </pc:spChg>
        <pc:spChg chg="mod">
          <ac:chgData name="Junho Kwak" userId="62373a31-634f-41fb-ac46-b5d6e2c11b09" providerId="ADAL" clId="{763D4DEB-675D-4A7D-8AA1-F998C4F24B50}" dt="2025-04-29T07:37:37.057" v="5359" actId="571"/>
          <ac:spMkLst>
            <pc:docMk/>
            <pc:sldMk cId="4049639920" sldId="662"/>
            <ac:spMk id="2064" creationId="{1CE0FC77-1266-08F7-7585-BCEE48FE5D0B}"/>
          </ac:spMkLst>
        </pc:spChg>
        <pc:spChg chg="add mod">
          <ac:chgData name="Junho Kwak" userId="62373a31-634f-41fb-ac46-b5d6e2c11b09" providerId="ADAL" clId="{763D4DEB-675D-4A7D-8AA1-F998C4F24B50}" dt="2025-04-29T07:39:53.415" v="5409" actId="164"/>
          <ac:spMkLst>
            <pc:docMk/>
            <pc:sldMk cId="4049639920" sldId="662"/>
            <ac:spMk id="2065" creationId="{9075881C-9E42-CBD2-500A-448BF0092D31}"/>
          </ac:spMkLst>
        </pc:spChg>
        <pc:spChg chg="add mod">
          <ac:chgData name="Junho Kwak" userId="62373a31-634f-41fb-ac46-b5d6e2c11b09" providerId="ADAL" clId="{763D4DEB-675D-4A7D-8AA1-F998C4F24B50}" dt="2025-04-29T07:38:47.369" v="5392" actId="1076"/>
          <ac:spMkLst>
            <pc:docMk/>
            <pc:sldMk cId="4049639920" sldId="662"/>
            <ac:spMk id="2066" creationId="{B1FD7988-5AB5-2662-1D36-2176A4806B5B}"/>
          </ac:spMkLst>
        </pc:spChg>
        <pc:spChg chg="add mod">
          <ac:chgData name="Junho Kwak" userId="62373a31-634f-41fb-ac46-b5d6e2c11b09" providerId="ADAL" clId="{763D4DEB-675D-4A7D-8AA1-F998C4F24B50}" dt="2025-04-29T07:38:25.377" v="5387" actId="20577"/>
          <ac:spMkLst>
            <pc:docMk/>
            <pc:sldMk cId="4049639920" sldId="662"/>
            <ac:spMk id="2067" creationId="{E641604B-A5CA-CA43-D206-DD57847E18B3}"/>
          </ac:spMkLst>
        </pc:spChg>
        <pc:grpChg chg="add mod">
          <ac:chgData name="Junho Kwak" userId="62373a31-634f-41fb-ac46-b5d6e2c11b09" providerId="ADAL" clId="{763D4DEB-675D-4A7D-8AA1-F998C4F24B50}" dt="2025-04-29T07:36:55.546" v="5350" actId="1076"/>
          <ac:grpSpMkLst>
            <pc:docMk/>
            <pc:sldMk cId="4049639920" sldId="662"/>
            <ac:grpSpMk id="2053" creationId="{28652A58-AD16-9626-C739-6E1051C37231}"/>
          </ac:grpSpMkLst>
        </pc:grpChg>
        <pc:grpChg chg="add mod ord">
          <ac:chgData name="Junho Kwak" userId="62373a31-634f-41fb-ac46-b5d6e2c11b09" providerId="ADAL" clId="{763D4DEB-675D-4A7D-8AA1-F998C4F24B50}" dt="2025-04-29T07:39:39.717" v="5408" actId="14100"/>
          <ac:grpSpMkLst>
            <pc:docMk/>
            <pc:sldMk cId="4049639920" sldId="662"/>
            <ac:grpSpMk id="2068" creationId="{877784F0-B924-0CF0-31C3-F604E8176943}"/>
          </ac:grpSpMkLst>
        </pc:grpChg>
        <pc:grpChg chg="mod">
          <ac:chgData name="Junho Kwak" userId="62373a31-634f-41fb-ac46-b5d6e2c11b09" providerId="ADAL" clId="{763D4DEB-675D-4A7D-8AA1-F998C4F24B50}" dt="2025-04-30T06:43:49.779" v="5585" actId="1076"/>
          <ac:grpSpMkLst>
            <pc:docMk/>
            <pc:sldMk cId="4049639920" sldId="662"/>
            <ac:grpSpMk id="2069" creationId="{C84A9724-F8D0-D7DF-E112-87651944B72F}"/>
          </ac:grpSpMkLst>
        </pc:grpChg>
        <pc:picChg chg="add mod">
          <ac:chgData name="Junho Kwak" userId="62373a31-634f-41fb-ac46-b5d6e2c11b09" providerId="ADAL" clId="{763D4DEB-675D-4A7D-8AA1-F998C4F24B50}" dt="2025-04-30T06:43:41.591" v="5584" actId="1076"/>
          <ac:picMkLst>
            <pc:docMk/>
            <pc:sldMk cId="4049639920" sldId="662"/>
            <ac:picMk id="4" creationId="{635A8CE2-A6BE-BC16-16E2-D1C7C6EADE8C}"/>
          </ac:picMkLst>
        </pc:picChg>
        <pc:picChg chg="add mod">
          <ac:chgData name="Junho Kwak" userId="62373a31-634f-41fb-ac46-b5d6e2c11b09" providerId="ADAL" clId="{763D4DEB-675D-4A7D-8AA1-F998C4F24B50}" dt="2025-04-29T07:28:42.737" v="5281" actId="1076"/>
          <ac:picMkLst>
            <pc:docMk/>
            <pc:sldMk cId="4049639920" sldId="662"/>
            <ac:picMk id="5" creationId="{C3C30F64-3F82-F502-04D4-5952B18F86A8}"/>
          </ac:picMkLst>
        </pc:picChg>
        <pc:picChg chg="add mod">
          <ac:chgData name="Junho Kwak" userId="62373a31-634f-41fb-ac46-b5d6e2c11b09" providerId="ADAL" clId="{763D4DEB-675D-4A7D-8AA1-F998C4F24B50}" dt="2025-04-29T07:28:42.737" v="5281" actId="1076"/>
          <ac:picMkLst>
            <pc:docMk/>
            <pc:sldMk cId="4049639920" sldId="662"/>
            <ac:picMk id="6" creationId="{14D67550-5BDC-1C79-D190-46AB82D248A0}"/>
          </ac:picMkLst>
        </pc:picChg>
      </pc:sldChg>
      <pc:sldChg chg="addSp delSp modSp add mod ord">
        <pc:chgData name="Junho Kwak" userId="62373a31-634f-41fb-ac46-b5d6e2c11b09" providerId="ADAL" clId="{763D4DEB-675D-4A7D-8AA1-F998C4F24B50}" dt="2025-04-28T18:51:04.194" v="4743" actId="20577"/>
        <pc:sldMkLst>
          <pc:docMk/>
          <pc:sldMk cId="3224900526" sldId="663"/>
        </pc:sldMkLst>
        <pc:spChg chg="mod">
          <ac:chgData name="Junho Kwak" userId="62373a31-634f-41fb-ac46-b5d6e2c11b09" providerId="ADAL" clId="{763D4DEB-675D-4A7D-8AA1-F998C4F24B50}" dt="2025-04-28T12:32:59.391" v="3662" actId="20577"/>
          <ac:spMkLst>
            <pc:docMk/>
            <pc:sldMk cId="3224900526" sldId="663"/>
            <ac:spMk id="3" creationId="{24887463-AFB5-9922-1E4E-697E996D360B}"/>
          </ac:spMkLst>
        </pc:spChg>
        <pc:spChg chg="add mod">
          <ac:chgData name="Junho Kwak" userId="62373a31-634f-41fb-ac46-b5d6e2c11b09" providerId="ADAL" clId="{763D4DEB-675D-4A7D-8AA1-F998C4F24B50}" dt="2025-04-28T11:34:16.376" v="2768" actId="164"/>
          <ac:spMkLst>
            <pc:docMk/>
            <pc:sldMk cId="3224900526" sldId="663"/>
            <ac:spMk id="4" creationId="{1360CB11-67E6-9BB0-DD7A-E1FA7BA04FC9}"/>
          </ac:spMkLst>
        </pc:spChg>
        <pc:spChg chg="add mod">
          <ac:chgData name="Junho Kwak" userId="62373a31-634f-41fb-ac46-b5d6e2c11b09" providerId="ADAL" clId="{763D4DEB-675D-4A7D-8AA1-F998C4F24B50}" dt="2025-04-28T10:59:23.716" v="2459" actId="571"/>
          <ac:spMkLst>
            <pc:docMk/>
            <pc:sldMk cId="3224900526" sldId="663"/>
            <ac:spMk id="5" creationId="{E0321AD3-C058-CB3D-D3E3-558F9AD65033}"/>
          </ac:spMkLst>
        </pc:spChg>
        <pc:spChg chg="add mod">
          <ac:chgData name="Junho Kwak" userId="62373a31-634f-41fb-ac46-b5d6e2c11b09" providerId="ADAL" clId="{763D4DEB-675D-4A7D-8AA1-F998C4F24B50}" dt="2025-04-28T10:59:28.339" v="2460" actId="571"/>
          <ac:spMkLst>
            <pc:docMk/>
            <pc:sldMk cId="3224900526" sldId="663"/>
            <ac:spMk id="6" creationId="{785EEE7D-F7B7-9A44-D86C-8D5236FBED9C}"/>
          </ac:spMkLst>
        </pc:spChg>
        <pc:spChg chg="add mod">
          <ac:chgData name="Junho Kwak" userId="62373a31-634f-41fb-ac46-b5d6e2c11b09" providerId="ADAL" clId="{763D4DEB-675D-4A7D-8AA1-F998C4F24B50}" dt="2025-04-28T11:34:16.376" v="2768" actId="164"/>
          <ac:spMkLst>
            <pc:docMk/>
            <pc:sldMk cId="3224900526" sldId="663"/>
            <ac:spMk id="7" creationId="{8071B488-EF86-12F5-90F2-14A254ABBCF1}"/>
          </ac:spMkLst>
        </pc:spChg>
        <pc:spChg chg="add mod">
          <ac:chgData name="Junho Kwak" userId="62373a31-634f-41fb-ac46-b5d6e2c11b09" providerId="ADAL" clId="{763D4DEB-675D-4A7D-8AA1-F998C4F24B50}" dt="2025-04-28T11:34:16.376" v="2768" actId="164"/>
          <ac:spMkLst>
            <pc:docMk/>
            <pc:sldMk cId="3224900526" sldId="663"/>
            <ac:spMk id="8" creationId="{B6E05B71-ADDF-0F34-77BC-D1D3A12BDC9A}"/>
          </ac:spMkLst>
        </pc:spChg>
        <pc:spChg chg="add mod">
          <ac:chgData name="Junho Kwak" userId="62373a31-634f-41fb-ac46-b5d6e2c11b09" providerId="ADAL" clId="{763D4DEB-675D-4A7D-8AA1-F998C4F24B50}" dt="2025-04-28T10:59:30.069" v="2461" actId="571"/>
          <ac:spMkLst>
            <pc:docMk/>
            <pc:sldMk cId="3224900526" sldId="663"/>
            <ac:spMk id="9" creationId="{6E20F9A0-DDCC-77C9-836D-41B5BEB28AA2}"/>
          </ac:spMkLst>
        </pc:spChg>
        <pc:spChg chg="add mod topLvl">
          <ac:chgData name="Junho Kwak" userId="62373a31-634f-41fb-ac46-b5d6e2c11b09" providerId="ADAL" clId="{763D4DEB-675D-4A7D-8AA1-F998C4F24B50}" dt="2025-04-28T11:33:16.627" v="2751" actId="165"/>
          <ac:spMkLst>
            <pc:docMk/>
            <pc:sldMk cId="3224900526" sldId="663"/>
            <ac:spMk id="10" creationId="{1716C57A-2282-1B56-75CB-38D7C541CE7A}"/>
          </ac:spMkLst>
        </pc:spChg>
        <pc:spChg chg="add mod">
          <ac:chgData name="Junho Kwak" userId="62373a31-634f-41fb-ac46-b5d6e2c11b09" providerId="ADAL" clId="{763D4DEB-675D-4A7D-8AA1-F998C4F24B50}" dt="2025-04-28T10:59:32.439" v="2462" actId="571"/>
          <ac:spMkLst>
            <pc:docMk/>
            <pc:sldMk cId="3224900526" sldId="663"/>
            <ac:spMk id="11" creationId="{91CCCE4A-C58A-7FFB-7A9D-35104F8EFB6C}"/>
          </ac:spMkLst>
        </pc:spChg>
        <pc:spChg chg="add mod">
          <ac:chgData name="Junho Kwak" userId="62373a31-634f-41fb-ac46-b5d6e2c11b09" providerId="ADAL" clId="{763D4DEB-675D-4A7D-8AA1-F998C4F24B50}" dt="2025-04-28T10:59:34.076" v="2463" actId="571"/>
          <ac:spMkLst>
            <pc:docMk/>
            <pc:sldMk cId="3224900526" sldId="663"/>
            <ac:spMk id="12" creationId="{9C68F9D2-2E67-84CA-635B-9F726164AEA8}"/>
          </ac:spMkLst>
        </pc:spChg>
        <pc:spChg chg="add mod">
          <ac:chgData name="Junho Kwak" userId="62373a31-634f-41fb-ac46-b5d6e2c11b09" providerId="ADAL" clId="{763D4DEB-675D-4A7D-8AA1-F998C4F24B50}" dt="2025-04-28T10:59:34.076" v="2463" actId="571"/>
          <ac:spMkLst>
            <pc:docMk/>
            <pc:sldMk cId="3224900526" sldId="663"/>
            <ac:spMk id="13" creationId="{66F0F524-EA86-792E-A944-6FEF049A3ED6}"/>
          </ac:spMkLst>
        </pc:spChg>
        <pc:spChg chg="add mod">
          <ac:chgData name="Junho Kwak" userId="62373a31-634f-41fb-ac46-b5d6e2c11b09" providerId="ADAL" clId="{763D4DEB-675D-4A7D-8AA1-F998C4F24B50}" dt="2025-04-28T10:59:35.855" v="2464" actId="571"/>
          <ac:spMkLst>
            <pc:docMk/>
            <pc:sldMk cId="3224900526" sldId="663"/>
            <ac:spMk id="14" creationId="{5748CD73-7743-6050-B40A-752735823C02}"/>
          </ac:spMkLst>
        </pc:spChg>
        <pc:spChg chg="add mod">
          <ac:chgData name="Junho Kwak" userId="62373a31-634f-41fb-ac46-b5d6e2c11b09" providerId="ADAL" clId="{763D4DEB-675D-4A7D-8AA1-F998C4F24B50}" dt="2025-04-28T10:59:35.855" v="2464" actId="571"/>
          <ac:spMkLst>
            <pc:docMk/>
            <pc:sldMk cId="3224900526" sldId="663"/>
            <ac:spMk id="15" creationId="{13C69EF6-CCE4-0A48-CC0D-232164A118E6}"/>
          </ac:spMkLst>
        </pc:spChg>
        <pc:spChg chg="add mod">
          <ac:chgData name="Junho Kwak" userId="62373a31-634f-41fb-ac46-b5d6e2c11b09" providerId="ADAL" clId="{763D4DEB-675D-4A7D-8AA1-F998C4F24B50}" dt="2025-04-28T10:59:40.812" v="2465" actId="571"/>
          <ac:spMkLst>
            <pc:docMk/>
            <pc:sldMk cId="3224900526" sldId="663"/>
            <ac:spMk id="16" creationId="{2FDE0862-404D-A409-7846-34DD7BEE6825}"/>
          </ac:spMkLst>
        </pc:spChg>
        <pc:spChg chg="add mod">
          <ac:chgData name="Junho Kwak" userId="62373a31-634f-41fb-ac46-b5d6e2c11b09" providerId="ADAL" clId="{763D4DEB-675D-4A7D-8AA1-F998C4F24B50}" dt="2025-04-28T10:59:40.812" v="2465" actId="571"/>
          <ac:spMkLst>
            <pc:docMk/>
            <pc:sldMk cId="3224900526" sldId="663"/>
            <ac:spMk id="17" creationId="{DF9247AD-4300-B122-1A27-321B97E10894}"/>
          </ac:spMkLst>
        </pc:spChg>
        <pc:spChg chg="add mod">
          <ac:chgData name="Junho Kwak" userId="62373a31-634f-41fb-ac46-b5d6e2c11b09" providerId="ADAL" clId="{763D4DEB-675D-4A7D-8AA1-F998C4F24B50}" dt="2025-04-28T10:59:40.812" v="2465" actId="571"/>
          <ac:spMkLst>
            <pc:docMk/>
            <pc:sldMk cId="3224900526" sldId="663"/>
            <ac:spMk id="18" creationId="{2ED42C95-E925-B317-1796-63FC44BF0D59}"/>
          </ac:spMkLst>
        </pc:spChg>
        <pc:spChg chg="add mod">
          <ac:chgData name="Junho Kwak" userId="62373a31-634f-41fb-ac46-b5d6e2c11b09" providerId="ADAL" clId="{763D4DEB-675D-4A7D-8AA1-F998C4F24B50}" dt="2025-04-28T10:59:40.812" v="2465" actId="571"/>
          <ac:spMkLst>
            <pc:docMk/>
            <pc:sldMk cId="3224900526" sldId="663"/>
            <ac:spMk id="19" creationId="{A24D8A18-E7B4-015B-1A37-13FA2D8E8137}"/>
          </ac:spMkLst>
        </pc:spChg>
        <pc:spChg chg="add mod">
          <ac:chgData name="Junho Kwak" userId="62373a31-634f-41fb-ac46-b5d6e2c11b09" providerId="ADAL" clId="{763D4DEB-675D-4A7D-8AA1-F998C4F24B50}" dt="2025-04-28T10:59:40.812" v="2465" actId="571"/>
          <ac:spMkLst>
            <pc:docMk/>
            <pc:sldMk cId="3224900526" sldId="663"/>
            <ac:spMk id="21" creationId="{A7697381-E5C3-02B4-8EBB-719C1BECF4CE}"/>
          </ac:spMkLst>
        </pc:spChg>
        <pc:spChg chg="add mod">
          <ac:chgData name="Junho Kwak" userId="62373a31-634f-41fb-ac46-b5d6e2c11b09" providerId="ADAL" clId="{763D4DEB-675D-4A7D-8AA1-F998C4F24B50}" dt="2025-04-28T10:59:40.812" v="2465" actId="571"/>
          <ac:spMkLst>
            <pc:docMk/>
            <pc:sldMk cId="3224900526" sldId="663"/>
            <ac:spMk id="22" creationId="{4015E7FA-A0F9-EFB5-EA14-6B7A4E15C84E}"/>
          </ac:spMkLst>
        </pc:spChg>
        <pc:spChg chg="add mod">
          <ac:chgData name="Junho Kwak" userId="62373a31-634f-41fb-ac46-b5d6e2c11b09" providerId="ADAL" clId="{763D4DEB-675D-4A7D-8AA1-F998C4F24B50}" dt="2025-04-28T10:59:40.812" v="2465" actId="571"/>
          <ac:spMkLst>
            <pc:docMk/>
            <pc:sldMk cId="3224900526" sldId="663"/>
            <ac:spMk id="23" creationId="{FC2569BB-BAAA-F65D-2945-FE6926618108}"/>
          </ac:spMkLst>
        </pc:spChg>
        <pc:spChg chg="mod">
          <ac:chgData name="Junho Kwak" userId="62373a31-634f-41fb-ac46-b5d6e2c11b09" providerId="ADAL" clId="{763D4DEB-675D-4A7D-8AA1-F998C4F24B50}" dt="2025-04-28T11:34:16.376" v="2768" actId="164"/>
          <ac:spMkLst>
            <pc:docMk/>
            <pc:sldMk cId="3224900526" sldId="663"/>
            <ac:spMk id="24" creationId="{0B9A2DCA-B95F-EDA4-7408-9D5022BCF8D8}"/>
          </ac:spMkLst>
        </pc:spChg>
        <pc:spChg chg="add mod">
          <ac:chgData name="Junho Kwak" userId="62373a31-634f-41fb-ac46-b5d6e2c11b09" providerId="ADAL" clId="{763D4DEB-675D-4A7D-8AA1-F998C4F24B50}" dt="2025-04-28T10:59:40.812" v="2465" actId="571"/>
          <ac:spMkLst>
            <pc:docMk/>
            <pc:sldMk cId="3224900526" sldId="663"/>
            <ac:spMk id="25" creationId="{679AE489-D84F-D041-7BB1-66C352811887}"/>
          </ac:spMkLst>
        </pc:spChg>
        <pc:spChg chg="add mod topLvl">
          <ac:chgData name="Junho Kwak" userId="62373a31-634f-41fb-ac46-b5d6e2c11b09" providerId="ADAL" clId="{763D4DEB-675D-4A7D-8AA1-F998C4F24B50}" dt="2025-04-28T11:34:16.376" v="2768" actId="164"/>
          <ac:spMkLst>
            <pc:docMk/>
            <pc:sldMk cId="3224900526" sldId="663"/>
            <ac:spMk id="26" creationId="{F8EC8777-E5B4-E45B-7697-8036881CB60C}"/>
          </ac:spMkLst>
        </pc:spChg>
        <pc:spChg chg="add mod">
          <ac:chgData name="Junho Kwak" userId="62373a31-634f-41fb-ac46-b5d6e2c11b09" providerId="ADAL" clId="{763D4DEB-675D-4A7D-8AA1-F998C4F24B50}" dt="2025-04-28T10:59:40.812" v="2465" actId="571"/>
          <ac:spMkLst>
            <pc:docMk/>
            <pc:sldMk cId="3224900526" sldId="663"/>
            <ac:spMk id="27" creationId="{FA0B46B8-14D0-16B1-E2B3-284F04E8EDB7}"/>
          </ac:spMkLst>
        </pc:spChg>
        <pc:spChg chg="mod">
          <ac:chgData name="Junho Kwak" userId="62373a31-634f-41fb-ac46-b5d6e2c11b09" providerId="ADAL" clId="{763D4DEB-675D-4A7D-8AA1-F998C4F24B50}" dt="2025-04-28T11:34:16.376" v="2768" actId="164"/>
          <ac:spMkLst>
            <pc:docMk/>
            <pc:sldMk cId="3224900526" sldId="663"/>
            <ac:spMk id="28" creationId="{21362FE2-D32B-D015-6891-AD9739C1DDB8}"/>
          </ac:spMkLst>
        </pc:spChg>
        <pc:spChg chg="add mod">
          <ac:chgData name="Junho Kwak" userId="62373a31-634f-41fb-ac46-b5d6e2c11b09" providerId="ADAL" clId="{763D4DEB-675D-4A7D-8AA1-F998C4F24B50}" dt="2025-04-28T10:59:43.504" v="2466" actId="571"/>
          <ac:spMkLst>
            <pc:docMk/>
            <pc:sldMk cId="3224900526" sldId="663"/>
            <ac:spMk id="29" creationId="{73961774-C6D2-33C4-46B7-3075B8904C4B}"/>
          </ac:spMkLst>
        </pc:spChg>
        <pc:spChg chg="add mod">
          <ac:chgData name="Junho Kwak" userId="62373a31-634f-41fb-ac46-b5d6e2c11b09" providerId="ADAL" clId="{763D4DEB-675D-4A7D-8AA1-F998C4F24B50}" dt="2025-04-28T10:59:43.504" v="2466" actId="571"/>
          <ac:spMkLst>
            <pc:docMk/>
            <pc:sldMk cId="3224900526" sldId="663"/>
            <ac:spMk id="30" creationId="{D9740055-A52B-5829-377D-44FEF2072D14}"/>
          </ac:spMkLst>
        </pc:spChg>
        <pc:spChg chg="add mod">
          <ac:chgData name="Junho Kwak" userId="62373a31-634f-41fb-ac46-b5d6e2c11b09" providerId="ADAL" clId="{763D4DEB-675D-4A7D-8AA1-F998C4F24B50}" dt="2025-04-28T10:59:43.504" v="2466" actId="571"/>
          <ac:spMkLst>
            <pc:docMk/>
            <pc:sldMk cId="3224900526" sldId="663"/>
            <ac:spMk id="31" creationId="{394316D3-9253-FE12-2ED3-EEA4960D6001}"/>
          </ac:spMkLst>
        </pc:spChg>
        <pc:spChg chg="add mod">
          <ac:chgData name="Junho Kwak" userId="62373a31-634f-41fb-ac46-b5d6e2c11b09" providerId="ADAL" clId="{763D4DEB-675D-4A7D-8AA1-F998C4F24B50}" dt="2025-04-28T10:59:43.504" v="2466" actId="571"/>
          <ac:spMkLst>
            <pc:docMk/>
            <pc:sldMk cId="3224900526" sldId="663"/>
            <ac:spMk id="32" creationId="{88291403-8043-A25A-786E-8319BB4BA770}"/>
          </ac:spMkLst>
        </pc:spChg>
        <pc:spChg chg="add mod">
          <ac:chgData name="Junho Kwak" userId="62373a31-634f-41fb-ac46-b5d6e2c11b09" providerId="ADAL" clId="{763D4DEB-675D-4A7D-8AA1-F998C4F24B50}" dt="2025-04-28T10:59:43.504" v="2466" actId="571"/>
          <ac:spMkLst>
            <pc:docMk/>
            <pc:sldMk cId="3224900526" sldId="663"/>
            <ac:spMk id="33" creationId="{2B25CA86-CC79-5A52-AEB8-69E907F0D673}"/>
          </ac:spMkLst>
        </pc:spChg>
        <pc:spChg chg="add mod">
          <ac:chgData name="Junho Kwak" userId="62373a31-634f-41fb-ac46-b5d6e2c11b09" providerId="ADAL" clId="{763D4DEB-675D-4A7D-8AA1-F998C4F24B50}" dt="2025-04-28T11:34:16.376" v="2768" actId="164"/>
          <ac:spMkLst>
            <pc:docMk/>
            <pc:sldMk cId="3224900526" sldId="663"/>
            <ac:spMk id="34" creationId="{F4E7667F-0782-D4D8-03B2-EEB9E3C95303}"/>
          </ac:spMkLst>
        </pc:spChg>
        <pc:spChg chg="add mod">
          <ac:chgData name="Junho Kwak" userId="62373a31-634f-41fb-ac46-b5d6e2c11b09" providerId="ADAL" clId="{763D4DEB-675D-4A7D-8AA1-F998C4F24B50}" dt="2025-04-28T10:59:43.504" v="2466" actId="571"/>
          <ac:spMkLst>
            <pc:docMk/>
            <pc:sldMk cId="3224900526" sldId="663"/>
            <ac:spMk id="35" creationId="{6CD0D984-D9C8-4D62-63AB-B811BCBBF517}"/>
          </ac:spMkLst>
        </pc:spChg>
        <pc:spChg chg="add mod">
          <ac:chgData name="Junho Kwak" userId="62373a31-634f-41fb-ac46-b5d6e2c11b09" providerId="ADAL" clId="{763D4DEB-675D-4A7D-8AA1-F998C4F24B50}" dt="2025-04-28T11:34:16.376" v="2768" actId="164"/>
          <ac:spMkLst>
            <pc:docMk/>
            <pc:sldMk cId="3224900526" sldId="663"/>
            <ac:spMk id="36" creationId="{DA6AAD7F-6B45-BF20-EA5D-DE07E559AFB7}"/>
          </ac:spMkLst>
        </pc:spChg>
        <pc:spChg chg="add mod">
          <ac:chgData name="Junho Kwak" userId="62373a31-634f-41fb-ac46-b5d6e2c11b09" providerId="ADAL" clId="{763D4DEB-675D-4A7D-8AA1-F998C4F24B50}" dt="2025-04-28T10:59:43.504" v="2466" actId="571"/>
          <ac:spMkLst>
            <pc:docMk/>
            <pc:sldMk cId="3224900526" sldId="663"/>
            <ac:spMk id="38" creationId="{121647D4-34FE-582C-C166-2A3892C54B3F}"/>
          </ac:spMkLst>
        </pc:spChg>
        <pc:spChg chg="add mod">
          <ac:chgData name="Junho Kwak" userId="62373a31-634f-41fb-ac46-b5d6e2c11b09" providerId="ADAL" clId="{763D4DEB-675D-4A7D-8AA1-F998C4F24B50}" dt="2025-04-28T10:59:43.504" v="2466" actId="571"/>
          <ac:spMkLst>
            <pc:docMk/>
            <pc:sldMk cId="3224900526" sldId="663"/>
            <ac:spMk id="39" creationId="{FE277DB6-5D5B-0784-D1B9-3A5F5F4CE185}"/>
          </ac:spMkLst>
        </pc:spChg>
        <pc:spChg chg="add mod">
          <ac:chgData name="Junho Kwak" userId="62373a31-634f-41fb-ac46-b5d6e2c11b09" providerId="ADAL" clId="{763D4DEB-675D-4A7D-8AA1-F998C4F24B50}" dt="2025-04-28T10:59:46.589" v="2467" actId="571"/>
          <ac:spMkLst>
            <pc:docMk/>
            <pc:sldMk cId="3224900526" sldId="663"/>
            <ac:spMk id="40" creationId="{CC4F7C2F-6300-D564-7632-CDAD798874EE}"/>
          </ac:spMkLst>
        </pc:spChg>
        <pc:spChg chg="add mod topLvl">
          <ac:chgData name="Junho Kwak" userId="62373a31-634f-41fb-ac46-b5d6e2c11b09" providerId="ADAL" clId="{763D4DEB-675D-4A7D-8AA1-F998C4F24B50}" dt="2025-04-28T11:33:16.627" v="2751" actId="165"/>
          <ac:spMkLst>
            <pc:docMk/>
            <pc:sldMk cId="3224900526" sldId="663"/>
            <ac:spMk id="41" creationId="{4B0DE3BD-F1F2-D781-BC18-72498552F1E6}"/>
          </ac:spMkLst>
        </pc:spChg>
        <pc:spChg chg="add mod">
          <ac:chgData name="Junho Kwak" userId="62373a31-634f-41fb-ac46-b5d6e2c11b09" providerId="ADAL" clId="{763D4DEB-675D-4A7D-8AA1-F998C4F24B50}" dt="2025-04-28T11:34:16.376" v="2768" actId="164"/>
          <ac:spMkLst>
            <pc:docMk/>
            <pc:sldMk cId="3224900526" sldId="663"/>
            <ac:spMk id="42" creationId="{D5B3E557-7CD1-F86C-C3B3-50007D5309DF}"/>
          </ac:spMkLst>
        </pc:spChg>
        <pc:spChg chg="add mod">
          <ac:chgData name="Junho Kwak" userId="62373a31-634f-41fb-ac46-b5d6e2c11b09" providerId="ADAL" clId="{763D4DEB-675D-4A7D-8AA1-F998C4F24B50}" dt="2025-04-28T10:59:46.589" v="2467" actId="571"/>
          <ac:spMkLst>
            <pc:docMk/>
            <pc:sldMk cId="3224900526" sldId="663"/>
            <ac:spMk id="44" creationId="{4BDDE8E6-4C5E-F550-BB52-9551DC9BB8B1}"/>
          </ac:spMkLst>
        </pc:spChg>
        <pc:spChg chg="add mod">
          <ac:chgData name="Junho Kwak" userId="62373a31-634f-41fb-ac46-b5d6e2c11b09" providerId="ADAL" clId="{763D4DEB-675D-4A7D-8AA1-F998C4F24B50}" dt="2025-04-28T11:34:16.376" v="2768" actId="164"/>
          <ac:spMkLst>
            <pc:docMk/>
            <pc:sldMk cId="3224900526" sldId="663"/>
            <ac:spMk id="46" creationId="{8A08A6DF-B9BA-1A70-D13A-8F0F38BBAC7E}"/>
          </ac:spMkLst>
        </pc:spChg>
        <pc:spChg chg="add mod">
          <ac:chgData name="Junho Kwak" userId="62373a31-634f-41fb-ac46-b5d6e2c11b09" providerId="ADAL" clId="{763D4DEB-675D-4A7D-8AA1-F998C4F24B50}" dt="2025-04-28T10:59:46.589" v="2467" actId="571"/>
          <ac:spMkLst>
            <pc:docMk/>
            <pc:sldMk cId="3224900526" sldId="663"/>
            <ac:spMk id="47" creationId="{2B0A670E-1F92-05EA-5561-1939350B69AC}"/>
          </ac:spMkLst>
        </pc:spChg>
        <pc:spChg chg="add mod">
          <ac:chgData name="Junho Kwak" userId="62373a31-634f-41fb-ac46-b5d6e2c11b09" providerId="ADAL" clId="{763D4DEB-675D-4A7D-8AA1-F998C4F24B50}" dt="2025-04-28T10:59:46.589" v="2467" actId="571"/>
          <ac:spMkLst>
            <pc:docMk/>
            <pc:sldMk cId="3224900526" sldId="663"/>
            <ac:spMk id="48" creationId="{615EE8CE-1349-C51A-FE77-3B1CADD47C47}"/>
          </ac:spMkLst>
        </pc:spChg>
        <pc:spChg chg="add mod">
          <ac:chgData name="Junho Kwak" userId="62373a31-634f-41fb-ac46-b5d6e2c11b09" providerId="ADAL" clId="{763D4DEB-675D-4A7D-8AA1-F998C4F24B50}" dt="2025-04-28T10:59:46.589" v="2467" actId="571"/>
          <ac:spMkLst>
            <pc:docMk/>
            <pc:sldMk cId="3224900526" sldId="663"/>
            <ac:spMk id="49" creationId="{B636F7E9-BD71-2F62-C047-E0430F7BA690}"/>
          </ac:spMkLst>
        </pc:spChg>
        <pc:spChg chg="add mod">
          <ac:chgData name="Junho Kwak" userId="62373a31-634f-41fb-ac46-b5d6e2c11b09" providerId="ADAL" clId="{763D4DEB-675D-4A7D-8AA1-F998C4F24B50}" dt="2025-04-28T10:59:46.589" v="2467" actId="571"/>
          <ac:spMkLst>
            <pc:docMk/>
            <pc:sldMk cId="3224900526" sldId="663"/>
            <ac:spMk id="50" creationId="{BF6E6705-4797-1A60-5264-03F4A1DB5083}"/>
          </ac:spMkLst>
        </pc:spChg>
        <pc:spChg chg="add mod">
          <ac:chgData name="Junho Kwak" userId="62373a31-634f-41fb-ac46-b5d6e2c11b09" providerId="ADAL" clId="{763D4DEB-675D-4A7D-8AA1-F998C4F24B50}" dt="2025-04-28T10:59:46.589" v="2467" actId="571"/>
          <ac:spMkLst>
            <pc:docMk/>
            <pc:sldMk cId="3224900526" sldId="663"/>
            <ac:spMk id="51" creationId="{62D76E4B-7C40-9598-FC37-03DF39512BD3}"/>
          </ac:spMkLst>
        </pc:spChg>
        <pc:spChg chg="mod">
          <ac:chgData name="Junho Kwak" userId="62373a31-634f-41fb-ac46-b5d6e2c11b09" providerId="ADAL" clId="{763D4DEB-675D-4A7D-8AA1-F998C4F24B50}" dt="2025-04-28T11:34:13.261" v="2767" actId="164"/>
          <ac:spMkLst>
            <pc:docMk/>
            <pc:sldMk cId="3224900526" sldId="663"/>
            <ac:spMk id="57" creationId="{B753C2EE-2429-C27D-0EB7-2138F30EA15B}"/>
          </ac:spMkLst>
        </pc:spChg>
        <pc:spChg chg="mod">
          <ac:chgData name="Junho Kwak" userId="62373a31-634f-41fb-ac46-b5d6e2c11b09" providerId="ADAL" clId="{763D4DEB-675D-4A7D-8AA1-F998C4F24B50}" dt="2025-04-28T11:34:13.261" v="2767" actId="164"/>
          <ac:spMkLst>
            <pc:docMk/>
            <pc:sldMk cId="3224900526" sldId="663"/>
            <ac:spMk id="61" creationId="{88129661-7E37-0479-A869-E0287E9C3189}"/>
          </ac:spMkLst>
        </pc:spChg>
        <pc:spChg chg="mod topLvl">
          <ac:chgData name="Junho Kwak" userId="62373a31-634f-41fb-ac46-b5d6e2c11b09" providerId="ADAL" clId="{763D4DEB-675D-4A7D-8AA1-F998C4F24B50}" dt="2025-04-28T11:33:16.627" v="2751" actId="165"/>
          <ac:spMkLst>
            <pc:docMk/>
            <pc:sldMk cId="3224900526" sldId="663"/>
            <ac:spMk id="63" creationId="{B8008197-4E52-A085-B027-7DF2E2FE93A1}"/>
          </ac:spMkLst>
        </pc:spChg>
        <pc:spChg chg="mod">
          <ac:chgData name="Junho Kwak" userId="62373a31-634f-41fb-ac46-b5d6e2c11b09" providerId="ADAL" clId="{763D4DEB-675D-4A7D-8AA1-F998C4F24B50}" dt="2025-04-28T11:34:13.261" v="2767" actId="164"/>
          <ac:spMkLst>
            <pc:docMk/>
            <pc:sldMk cId="3224900526" sldId="663"/>
            <ac:spMk id="67" creationId="{089F3918-66E3-50BA-352F-93A147F4FC5F}"/>
          </ac:spMkLst>
        </pc:spChg>
        <pc:spChg chg="mod">
          <ac:chgData name="Junho Kwak" userId="62373a31-634f-41fb-ac46-b5d6e2c11b09" providerId="ADAL" clId="{763D4DEB-675D-4A7D-8AA1-F998C4F24B50}" dt="2025-04-28T11:34:13.261" v="2767" actId="164"/>
          <ac:spMkLst>
            <pc:docMk/>
            <pc:sldMk cId="3224900526" sldId="663"/>
            <ac:spMk id="77" creationId="{A3945DB2-E85A-B61F-3438-E497B9D727EC}"/>
          </ac:spMkLst>
        </pc:spChg>
        <pc:spChg chg="mod">
          <ac:chgData name="Junho Kwak" userId="62373a31-634f-41fb-ac46-b5d6e2c11b09" providerId="ADAL" clId="{763D4DEB-675D-4A7D-8AA1-F998C4F24B50}" dt="2025-04-28T11:34:13.261" v="2767" actId="164"/>
          <ac:spMkLst>
            <pc:docMk/>
            <pc:sldMk cId="3224900526" sldId="663"/>
            <ac:spMk id="84" creationId="{E6D16044-AA10-3F5C-1A05-5DDB97EC67E4}"/>
          </ac:spMkLst>
        </pc:spChg>
        <pc:spChg chg="mod">
          <ac:chgData name="Junho Kwak" userId="62373a31-634f-41fb-ac46-b5d6e2c11b09" providerId="ADAL" clId="{763D4DEB-675D-4A7D-8AA1-F998C4F24B50}" dt="2025-04-28T11:34:13.261" v="2767" actId="164"/>
          <ac:spMkLst>
            <pc:docMk/>
            <pc:sldMk cId="3224900526" sldId="663"/>
            <ac:spMk id="86" creationId="{B9DFA342-D28E-334D-BE25-EC1C7B030693}"/>
          </ac:spMkLst>
        </pc:spChg>
        <pc:spChg chg="mod">
          <ac:chgData name="Junho Kwak" userId="62373a31-634f-41fb-ac46-b5d6e2c11b09" providerId="ADAL" clId="{763D4DEB-675D-4A7D-8AA1-F998C4F24B50}" dt="2025-04-28T11:34:13.261" v="2767" actId="164"/>
          <ac:spMkLst>
            <pc:docMk/>
            <pc:sldMk cId="3224900526" sldId="663"/>
            <ac:spMk id="88" creationId="{802CA3C9-90C1-2C60-7341-58321468061D}"/>
          </ac:spMkLst>
        </pc:spChg>
        <pc:spChg chg="mod">
          <ac:chgData name="Junho Kwak" userId="62373a31-634f-41fb-ac46-b5d6e2c11b09" providerId="ADAL" clId="{763D4DEB-675D-4A7D-8AA1-F998C4F24B50}" dt="2025-04-28T11:34:13.261" v="2767" actId="164"/>
          <ac:spMkLst>
            <pc:docMk/>
            <pc:sldMk cId="3224900526" sldId="663"/>
            <ac:spMk id="91" creationId="{05959365-24DA-01D7-47EF-2009D7BD3A13}"/>
          </ac:spMkLst>
        </pc:spChg>
        <pc:spChg chg="mod topLvl">
          <ac:chgData name="Junho Kwak" userId="62373a31-634f-41fb-ac46-b5d6e2c11b09" providerId="ADAL" clId="{763D4DEB-675D-4A7D-8AA1-F998C4F24B50}" dt="2025-04-28T11:33:16.627" v="2751" actId="165"/>
          <ac:spMkLst>
            <pc:docMk/>
            <pc:sldMk cId="3224900526" sldId="663"/>
            <ac:spMk id="95" creationId="{0AE7F27C-4BAF-5E63-E166-BB84F07312C2}"/>
          </ac:spMkLst>
        </pc:spChg>
        <pc:spChg chg="mod">
          <ac:chgData name="Junho Kwak" userId="62373a31-634f-41fb-ac46-b5d6e2c11b09" providerId="ADAL" clId="{763D4DEB-675D-4A7D-8AA1-F998C4F24B50}" dt="2025-04-28T11:34:13.261" v="2767" actId="164"/>
          <ac:spMkLst>
            <pc:docMk/>
            <pc:sldMk cId="3224900526" sldId="663"/>
            <ac:spMk id="96" creationId="{D1CD6620-05B1-7D12-8E20-19C1BD2B6326}"/>
          </ac:spMkLst>
        </pc:spChg>
        <pc:spChg chg="mod">
          <ac:chgData name="Junho Kwak" userId="62373a31-634f-41fb-ac46-b5d6e2c11b09" providerId="ADAL" clId="{763D4DEB-675D-4A7D-8AA1-F998C4F24B50}" dt="2025-04-28T11:34:13.261" v="2767" actId="164"/>
          <ac:spMkLst>
            <pc:docMk/>
            <pc:sldMk cId="3224900526" sldId="663"/>
            <ac:spMk id="97" creationId="{09B487C1-2FBF-6CCF-AB6A-CE59565B96C2}"/>
          </ac:spMkLst>
        </pc:spChg>
        <pc:spChg chg="mod topLvl">
          <ac:chgData name="Junho Kwak" userId="62373a31-634f-41fb-ac46-b5d6e2c11b09" providerId="ADAL" clId="{763D4DEB-675D-4A7D-8AA1-F998C4F24B50}" dt="2025-04-28T11:33:16.627" v="2751" actId="165"/>
          <ac:spMkLst>
            <pc:docMk/>
            <pc:sldMk cId="3224900526" sldId="663"/>
            <ac:spMk id="99" creationId="{EEA5DE82-88D9-AFEE-E077-40EF1430E391}"/>
          </ac:spMkLst>
        </pc:spChg>
        <pc:spChg chg="mod">
          <ac:chgData name="Junho Kwak" userId="62373a31-634f-41fb-ac46-b5d6e2c11b09" providerId="ADAL" clId="{763D4DEB-675D-4A7D-8AA1-F998C4F24B50}" dt="2025-04-28T11:34:10.916" v="2766" actId="164"/>
          <ac:spMkLst>
            <pc:docMk/>
            <pc:sldMk cId="3224900526" sldId="663"/>
            <ac:spMk id="103" creationId="{0986639A-A5A0-DCC8-05AA-787A1B956372}"/>
          </ac:spMkLst>
        </pc:spChg>
        <pc:spChg chg="mod topLvl">
          <ac:chgData name="Junho Kwak" userId="62373a31-634f-41fb-ac46-b5d6e2c11b09" providerId="ADAL" clId="{763D4DEB-675D-4A7D-8AA1-F998C4F24B50}" dt="2025-04-28T11:33:16.627" v="2751" actId="165"/>
          <ac:spMkLst>
            <pc:docMk/>
            <pc:sldMk cId="3224900526" sldId="663"/>
            <ac:spMk id="109" creationId="{06CA241D-39FA-B851-353B-4CE52E0BE479}"/>
          </ac:spMkLst>
        </pc:spChg>
        <pc:spChg chg="mod topLvl">
          <ac:chgData name="Junho Kwak" userId="62373a31-634f-41fb-ac46-b5d6e2c11b09" providerId="ADAL" clId="{763D4DEB-675D-4A7D-8AA1-F998C4F24B50}" dt="2025-04-28T11:34:10.916" v="2766" actId="164"/>
          <ac:spMkLst>
            <pc:docMk/>
            <pc:sldMk cId="3224900526" sldId="663"/>
            <ac:spMk id="113" creationId="{E47936C6-815F-C8B3-2589-2EC5A4C7CB8A}"/>
          </ac:spMkLst>
        </pc:spChg>
        <pc:spChg chg="mod">
          <ac:chgData name="Junho Kwak" userId="62373a31-634f-41fb-ac46-b5d6e2c11b09" providerId="ADAL" clId="{763D4DEB-675D-4A7D-8AA1-F998C4F24B50}" dt="2025-04-28T11:34:10.916" v="2766" actId="164"/>
          <ac:spMkLst>
            <pc:docMk/>
            <pc:sldMk cId="3224900526" sldId="663"/>
            <ac:spMk id="118" creationId="{95B97838-27B6-7E1B-B2F4-0F5E6BAD47A5}"/>
          </ac:spMkLst>
        </pc:spChg>
        <pc:spChg chg="mod">
          <ac:chgData name="Junho Kwak" userId="62373a31-634f-41fb-ac46-b5d6e2c11b09" providerId="ADAL" clId="{763D4DEB-675D-4A7D-8AA1-F998C4F24B50}" dt="2025-04-28T11:34:10.916" v="2766" actId="164"/>
          <ac:spMkLst>
            <pc:docMk/>
            <pc:sldMk cId="3224900526" sldId="663"/>
            <ac:spMk id="125" creationId="{1E2CCE4B-22D4-2C64-9F35-32F5C0548A7B}"/>
          </ac:spMkLst>
        </pc:spChg>
        <pc:spChg chg="mod">
          <ac:chgData name="Junho Kwak" userId="62373a31-634f-41fb-ac46-b5d6e2c11b09" providerId="ADAL" clId="{763D4DEB-675D-4A7D-8AA1-F998C4F24B50}" dt="2025-04-28T11:34:10.916" v="2766" actId="164"/>
          <ac:spMkLst>
            <pc:docMk/>
            <pc:sldMk cId="3224900526" sldId="663"/>
            <ac:spMk id="127" creationId="{6942BEA3-3BEB-D3FA-B243-9CEB18828E6E}"/>
          </ac:spMkLst>
        </pc:spChg>
        <pc:spChg chg="mod">
          <ac:chgData name="Junho Kwak" userId="62373a31-634f-41fb-ac46-b5d6e2c11b09" providerId="ADAL" clId="{763D4DEB-675D-4A7D-8AA1-F998C4F24B50}" dt="2025-04-28T11:34:10.916" v="2766" actId="164"/>
          <ac:spMkLst>
            <pc:docMk/>
            <pc:sldMk cId="3224900526" sldId="663"/>
            <ac:spMk id="128" creationId="{7838338C-04C0-E2EA-4266-24BE3843DB30}"/>
          </ac:spMkLst>
        </pc:spChg>
        <pc:spChg chg="mod">
          <ac:chgData name="Junho Kwak" userId="62373a31-634f-41fb-ac46-b5d6e2c11b09" providerId="ADAL" clId="{763D4DEB-675D-4A7D-8AA1-F998C4F24B50}" dt="2025-04-28T11:34:10.916" v="2766" actId="164"/>
          <ac:spMkLst>
            <pc:docMk/>
            <pc:sldMk cId="3224900526" sldId="663"/>
            <ac:spMk id="138" creationId="{BA1F3D03-A7E7-7DC0-331E-C28FD94A67A2}"/>
          </ac:spMkLst>
        </pc:spChg>
        <pc:spChg chg="mod">
          <ac:chgData name="Junho Kwak" userId="62373a31-634f-41fb-ac46-b5d6e2c11b09" providerId="ADAL" clId="{763D4DEB-675D-4A7D-8AA1-F998C4F24B50}" dt="2025-04-28T11:34:10.916" v="2766" actId="164"/>
          <ac:spMkLst>
            <pc:docMk/>
            <pc:sldMk cId="3224900526" sldId="663"/>
            <ac:spMk id="139" creationId="{BC5F639C-E537-BC80-EB37-F6A12FCB5953}"/>
          </ac:spMkLst>
        </pc:spChg>
        <pc:spChg chg="mod">
          <ac:chgData name="Junho Kwak" userId="62373a31-634f-41fb-ac46-b5d6e2c11b09" providerId="ADAL" clId="{763D4DEB-675D-4A7D-8AA1-F998C4F24B50}" dt="2025-04-28T11:34:10.916" v="2766" actId="164"/>
          <ac:spMkLst>
            <pc:docMk/>
            <pc:sldMk cId="3224900526" sldId="663"/>
            <ac:spMk id="141" creationId="{B2D6D471-A8DA-B30E-5AC2-FA49B6CD8F65}"/>
          </ac:spMkLst>
        </pc:spChg>
        <pc:spChg chg="mod">
          <ac:chgData name="Junho Kwak" userId="62373a31-634f-41fb-ac46-b5d6e2c11b09" providerId="ADAL" clId="{763D4DEB-675D-4A7D-8AA1-F998C4F24B50}" dt="2025-04-28T11:34:10.916" v="2766" actId="164"/>
          <ac:spMkLst>
            <pc:docMk/>
            <pc:sldMk cId="3224900526" sldId="663"/>
            <ac:spMk id="142" creationId="{8F46AD24-89F6-0B5D-8CD6-F36D8B956763}"/>
          </ac:spMkLst>
        </pc:spChg>
        <pc:spChg chg="add mod">
          <ac:chgData name="Junho Kwak" userId="62373a31-634f-41fb-ac46-b5d6e2c11b09" providerId="ADAL" clId="{763D4DEB-675D-4A7D-8AA1-F998C4F24B50}" dt="2025-04-28T11:21:50.352" v="2634" actId="1076"/>
          <ac:spMkLst>
            <pc:docMk/>
            <pc:sldMk cId="3224900526" sldId="663"/>
            <ac:spMk id="151" creationId="{8ACA91C0-B2AF-73D6-B3F4-250EE88709E7}"/>
          </ac:spMkLst>
        </pc:spChg>
        <pc:spChg chg="add mod">
          <ac:chgData name="Junho Kwak" userId="62373a31-634f-41fb-ac46-b5d6e2c11b09" providerId="ADAL" clId="{763D4DEB-675D-4A7D-8AA1-F998C4F24B50}" dt="2025-04-28T11:21:50.352" v="2634" actId="1076"/>
          <ac:spMkLst>
            <pc:docMk/>
            <pc:sldMk cId="3224900526" sldId="663"/>
            <ac:spMk id="152" creationId="{CE7C9289-21AB-4E6D-5EF1-9270FCC8B25D}"/>
          </ac:spMkLst>
        </pc:spChg>
        <pc:spChg chg="add mod">
          <ac:chgData name="Junho Kwak" userId="62373a31-634f-41fb-ac46-b5d6e2c11b09" providerId="ADAL" clId="{763D4DEB-675D-4A7D-8AA1-F998C4F24B50}" dt="2025-04-28T11:21:50.352" v="2634" actId="1076"/>
          <ac:spMkLst>
            <pc:docMk/>
            <pc:sldMk cId="3224900526" sldId="663"/>
            <ac:spMk id="153" creationId="{694F8A9F-A352-F9F7-604B-C7801BA5902D}"/>
          </ac:spMkLst>
        </pc:spChg>
        <pc:spChg chg="add mod">
          <ac:chgData name="Junho Kwak" userId="62373a31-634f-41fb-ac46-b5d6e2c11b09" providerId="ADAL" clId="{763D4DEB-675D-4A7D-8AA1-F998C4F24B50}" dt="2025-04-28T11:21:50.352" v="2634" actId="1076"/>
          <ac:spMkLst>
            <pc:docMk/>
            <pc:sldMk cId="3224900526" sldId="663"/>
            <ac:spMk id="154" creationId="{7C62E5BF-28BF-08CC-29FE-D0FEAA4F1BE7}"/>
          </ac:spMkLst>
        </pc:spChg>
        <pc:spChg chg="add mod">
          <ac:chgData name="Junho Kwak" userId="62373a31-634f-41fb-ac46-b5d6e2c11b09" providerId="ADAL" clId="{763D4DEB-675D-4A7D-8AA1-F998C4F24B50}" dt="2025-04-28T11:21:50.352" v="2634" actId="1076"/>
          <ac:spMkLst>
            <pc:docMk/>
            <pc:sldMk cId="3224900526" sldId="663"/>
            <ac:spMk id="155" creationId="{45C87FAB-516E-D227-84AB-099B957BBD2F}"/>
          </ac:spMkLst>
        </pc:spChg>
        <pc:spChg chg="add mod">
          <ac:chgData name="Junho Kwak" userId="62373a31-634f-41fb-ac46-b5d6e2c11b09" providerId="ADAL" clId="{763D4DEB-675D-4A7D-8AA1-F998C4F24B50}" dt="2025-04-28T11:50:30.211" v="2971" actId="14100"/>
          <ac:spMkLst>
            <pc:docMk/>
            <pc:sldMk cId="3224900526" sldId="663"/>
            <ac:spMk id="158" creationId="{201E8DB7-A9C9-2728-2717-6BAEFCFFE915}"/>
          </ac:spMkLst>
        </pc:spChg>
        <pc:spChg chg="add mod">
          <ac:chgData name="Junho Kwak" userId="62373a31-634f-41fb-ac46-b5d6e2c11b09" providerId="ADAL" clId="{763D4DEB-675D-4A7D-8AA1-F998C4F24B50}" dt="2025-04-28T11:33:43.296" v="2758" actId="12788"/>
          <ac:spMkLst>
            <pc:docMk/>
            <pc:sldMk cId="3224900526" sldId="663"/>
            <ac:spMk id="159" creationId="{B47FF576-31CE-0E97-2C44-D6703D624C89}"/>
          </ac:spMkLst>
        </pc:spChg>
        <pc:spChg chg="mod topLvl">
          <ac:chgData name="Junho Kwak" userId="62373a31-634f-41fb-ac46-b5d6e2c11b09" providerId="ADAL" clId="{763D4DEB-675D-4A7D-8AA1-F998C4F24B50}" dt="2025-04-28T16:11:30.719" v="4361" actId="207"/>
          <ac:spMkLst>
            <pc:docMk/>
            <pc:sldMk cId="3224900526" sldId="663"/>
            <ac:spMk id="161" creationId="{8EE8B4C5-451F-203E-96A8-30BA4BD2E241}"/>
          </ac:spMkLst>
        </pc:spChg>
        <pc:spChg chg="mod">
          <ac:chgData name="Junho Kwak" userId="62373a31-634f-41fb-ac46-b5d6e2c11b09" providerId="ADAL" clId="{763D4DEB-675D-4A7D-8AA1-F998C4F24B50}" dt="2025-04-28T16:11:30.719" v="4361" actId="207"/>
          <ac:spMkLst>
            <pc:docMk/>
            <pc:sldMk cId="3224900526" sldId="663"/>
            <ac:spMk id="162" creationId="{53D4F554-2631-EFE7-01FE-61469238EFE8}"/>
          </ac:spMkLst>
        </pc:spChg>
        <pc:spChg chg="mod topLvl">
          <ac:chgData name="Junho Kwak" userId="62373a31-634f-41fb-ac46-b5d6e2c11b09" providerId="ADAL" clId="{763D4DEB-675D-4A7D-8AA1-F998C4F24B50}" dt="2025-04-28T11:40:39.668" v="2814" actId="165"/>
          <ac:spMkLst>
            <pc:docMk/>
            <pc:sldMk cId="3224900526" sldId="663"/>
            <ac:spMk id="163" creationId="{A585AA6F-72B7-527F-2D4F-5EF33F485C84}"/>
          </ac:spMkLst>
        </pc:spChg>
        <pc:spChg chg="mod">
          <ac:chgData name="Junho Kwak" userId="62373a31-634f-41fb-ac46-b5d6e2c11b09" providerId="ADAL" clId="{763D4DEB-675D-4A7D-8AA1-F998C4F24B50}" dt="2025-04-28T11:33:53.529" v="2763" actId="164"/>
          <ac:spMkLst>
            <pc:docMk/>
            <pc:sldMk cId="3224900526" sldId="663"/>
            <ac:spMk id="165" creationId="{595A4FC4-053D-4D5C-C027-D1B9383F4623}"/>
          </ac:spMkLst>
        </pc:spChg>
        <pc:spChg chg="mod">
          <ac:chgData name="Junho Kwak" userId="62373a31-634f-41fb-ac46-b5d6e2c11b09" providerId="ADAL" clId="{763D4DEB-675D-4A7D-8AA1-F998C4F24B50}" dt="2025-04-28T11:25:59.950" v="2647" actId="12789"/>
          <ac:spMkLst>
            <pc:docMk/>
            <pc:sldMk cId="3224900526" sldId="663"/>
            <ac:spMk id="166" creationId="{ED938144-A1D8-CE1E-3BAC-E2CF2AF9AF08}"/>
          </ac:spMkLst>
        </pc:spChg>
        <pc:spChg chg="mod topLvl">
          <ac:chgData name="Junho Kwak" userId="62373a31-634f-41fb-ac46-b5d6e2c11b09" providerId="ADAL" clId="{763D4DEB-675D-4A7D-8AA1-F998C4F24B50}" dt="2025-04-28T11:33:53.529" v="2763" actId="164"/>
          <ac:spMkLst>
            <pc:docMk/>
            <pc:sldMk cId="3224900526" sldId="663"/>
            <ac:spMk id="168" creationId="{7A896BC8-A26A-86DF-EFA5-39B7A850FE33}"/>
          </ac:spMkLst>
        </pc:spChg>
        <pc:spChg chg="mod">
          <ac:chgData name="Junho Kwak" userId="62373a31-634f-41fb-ac46-b5d6e2c11b09" providerId="ADAL" clId="{763D4DEB-675D-4A7D-8AA1-F998C4F24B50}" dt="2025-04-28T11:33:53.529" v="2763" actId="164"/>
          <ac:spMkLst>
            <pc:docMk/>
            <pc:sldMk cId="3224900526" sldId="663"/>
            <ac:spMk id="169" creationId="{606FADA2-823E-2757-852F-7A83C3CD6CB6}"/>
          </ac:spMkLst>
        </pc:spChg>
        <pc:spChg chg="mod">
          <ac:chgData name="Junho Kwak" userId="62373a31-634f-41fb-ac46-b5d6e2c11b09" providerId="ADAL" clId="{763D4DEB-675D-4A7D-8AA1-F998C4F24B50}" dt="2025-04-28T11:33:53.529" v="2763" actId="164"/>
          <ac:spMkLst>
            <pc:docMk/>
            <pc:sldMk cId="3224900526" sldId="663"/>
            <ac:spMk id="170" creationId="{FC979737-5D97-6E14-D46B-500B52EEC2B8}"/>
          </ac:spMkLst>
        </pc:spChg>
        <pc:spChg chg="mod topLvl">
          <ac:chgData name="Junho Kwak" userId="62373a31-634f-41fb-ac46-b5d6e2c11b09" providerId="ADAL" clId="{763D4DEB-675D-4A7D-8AA1-F998C4F24B50}" dt="2025-04-28T11:25:59.950" v="2647" actId="12789"/>
          <ac:spMkLst>
            <pc:docMk/>
            <pc:sldMk cId="3224900526" sldId="663"/>
            <ac:spMk id="171" creationId="{2D718E07-8D02-A23F-8C02-32ADE6D2474D}"/>
          </ac:spMkLst>
        </pc:spChg>
        <pc:spChg chg="mod">
          <ac:chgData name="Junho Kwak" userId="62373a31-634f-41fb-ac46-b5d6e2c11b09" providerId="ADAL" clId="{763D4DEB-675D-4A7D-8AA1-F998C4F24B50}" dt="2025-04-28T11:33:53.529" v="2763" actId="164"/>
          <ac:spMkLst>
            <pc:docMk/>
            <pc:sldMk cId="3224900526" sldId="663"/>
            <ac:spMk id="172" creationId="{C8E961BC-C52E-2061-A4A1-8653E1D4CEF0}"/>
          </ac:spMkLst>
        </pc:spChg>
        <pc:spChg chg="add mod">
          <ac:chgData name="Junho Kwak" userId="62373a31-634f-41fb-ac46-b5d6e2c11b09" providerId="ADAL" clId="{763D4DEB-675D-4A7D-8AA1-F998C4F24B50}" dt="2025-04-28T11:33:53.529" v="2763" actId="164"/>
          <ac:spMkLst>
            <pc:docMk/>
            <pc:sldMk cId="3224900526" sldId="663"/>
            <ac:spMk id="217" creationId="{88A7D55B-6006-B802-6F29-5925A238F62E}"/>
          </ac:spMkLst>
        </pc:spChg>
        <pc:spChg chg="add mod">
          <ac:chgData name="Junho Kwak" userId="62373a31-634f-41fb-ac46-b5d6e2c11b09" providerId="ADAL" clId="{763D4DEB-675D-4A7D-8AA1-F998C4F24B50}" dt="2025-04-28T11:26:58.410" v="2655" actId="571"/>
          <ac:spMkLst>
            <pc:docMk/>
            <pc:sldMk cId="3224900526" sldId="663"/>
            <ac:spMk id="224" creationId="{21A7AF05-FDBF-6340-354F-B444B3211FE6}"/>
          </ac:spMkLst>
        </pc:spChg>
        <pc:spChg chg="add mod topLvl">
          <ac:chgData name="Junho Kwak" userId="62373a31-634f-41fb-ac46-b5d6e2c11b09" providerId="ADAL" clId="{763D4DEB-675D-4A7D-8AA1-F998C4F24B50}" dt="2025-04-28T11:33:53.529" v="2763" actId="164"/>
          <ac:spMkLst>
            <pc:docMk/>
            <pc:sldMk cId="3224900526" sldId="663"/>
            <ac:spMk id="225" creationId="{AD635FDA-A376-E8E4-C678-37B1912DBF56}"/>
          </ac:spMkLst>
        </pc:spChg>
        <pc:spChg chg="add mod">
          <ac:chgData name="Junho Kwak" userId="62373a31-634f-41fb-ac46-b5d6e2c11b09" providerId="ADAL" clId="{763D4DEB-675D-4A7D-8AA1-F998C4F24B50}" dt="2025-04-28T11:27:03.494" v="2657" actId="571"/>
          <ac:spMkLst>
            <pc:docMk/>
            <pc:sldMk cId="3224900526" sldId="663"/>
            <ac:spMk id="226" creationId="{93E1F59A-7CAA-679A-4CE2-6A8AB9FFC90A}"/>
          </ac:spMkLst>
        </pc:spChg>
        <pc:spChg chg="add mod topLvl">
          <ac:chgData name="Junho Kwak" userId="62373a31-634f-41fb-ac46-b5d6e2c11b09" providerId="ADAL" clId="{763D4DEB-675D-4A7D-8AA1-F998C4F24B50}" dt="2025-04-28T15:37:54.721" v="4069" actId="165"/>
          <ac:spMkLst>
            <pc:docMk/>
            <pc:sldMk cId="3224900526" sldId="663"/>
            <ac:spMk id="227" creationId="{1455537F-970C-941B-EC16-36726A794740}"/>
          </ac:spMkLst>
        </pc:spChg>
        <pc:spChg chg="add mod">
          <ac:chgData name="Junho Kwak" userId="62373a31-634f-41fb-ac46-b5d6e2c11b09" providerId="ADAL" clId="{763D4DEB-675D-4A7D-8AA1-F998C4F24B50}" dt="2025-04-28T11:33:53.529" v="2763" actId="164"/>
          <ac:spMkLst>
            <pc:docMk/>
            <pc:sldMk cId="3224900526" sldId="663"/>
            <ac:spMk id="228" creationId="{06062A26-72D5-7B7F-2532-1966A45977E1}"/>
          </ac:spMkLst>
        </pc:spChg>
        <pc:spChg chg="add mod">
          <ac:chgData name="Junho Kwak" userId="62373a31-634f-41fb-ac46-b5d6e2c11b09" providerId="ADAL" clId="{763D4DEB-675D-4A7D-8AA1-F998C4F24B50}" dt="2025-04-28T11:33:53.529" v="2763" actId="164"/>
          <ac:spMkLst>
            <pc:docMk/>
            <pc:sldMk cId="3224900526" sldId="663"/>
            <ac:spMk id="229" creationId="{3621CB3B-FBF0-C724-4B1C-ECE57E5A5A1F}"/>
          </ac:spMkLst>
        </pc:spChg>
        <pc:spChg chg="add mod topLvl">
          <ac:chgData name="Junho Kwak" userId="62373a31-634f-41fb-ac46-b5d6e2c11b09" providerId="ADAL" clId="{763D4DEB-675D-4A7D-8AA1-F998C4F24B50}" dt="2025-04-28T15:37:54.721" v="4069" actId="165"/>
          <ac:spMkLst>
            <pc:docMk/>
            <pc:sldMk cId="3224900526" sldId="663"/>
            <ac:spMk id="230" creationId="{6005804A-7395-1962-4E68-FD466EDBCAA9}"/>
          </ac:spMkLst>
        </pc:spChg>
        <pc:spChg chg="add mod">
          <ac:chgData name="Junho Kwak" userId="62373a31-634f-41fb-ac46-b5d6e2c11b09" providerId="ADAL" clId="{763D4DEB-675D-4A7D-8AA1-F998C4F24B50}" dt="2025-04-28T11:28:23.211" v="2670" actId="1076"/>
          <ac:spMkLst>
            <pc:docMk/>
            <pc:sldMk cId="3224900526" sldId="663"/>
            <ac:spMk id="231" creationId="{29D70435-160E-D8D8-F49D-B676CDE6A135}"/>
          </ac:spMkLst>
        </pc:spChg>
        <pc:spChg chg="add mod">
          <ac:chgData name="Junho Kwak" userId="62373a31-634f-41fb-ac46-b5d6e2c11b09" providerId="ADAL" clId="{763D4DEB-675D-4A7D-8AA1-F998C4F24B50}" dt="2025-04-28T11:50:11.678" v="2969" actId="571"/>
          <ac:spMkLst>
            <pc:docMk/>
            <pc:sldMk cId="3224900526" sldId="663"/>
            <ac:spMk id="232" creationId="{ACD7F479-4782-FDC9-E954-DC40061BE8F5}"/>
          </ac:spMkLst>
        </pc:spChg>
        <pc:spChg chg="mod topLvl">
          <ac:chgData name="Junho Kwak" userId="62373a31-634f-41fb-ac46-b5d6e2c11b09" providerId="ADAL" clId="{763D4DEB-675D-4A7D-8AA1-F998C4F24B50}" dt="2025-04-28T16:11:30.719" v="4361" actId="207"/>
          <ac:spMkLst>
            <pc:docMk/>
            <pc:sldMk cId="3224900526" sldId="663"/>
            <ac:spMk id="233" creationId="{01FA6679-0D0C-F7EE-8F8F-66F46BB66C1F}"/>
          </ac:spMkLst>
        </pc:spChg>
        <pc:spChg chg="add mod">
          <ac:chgData name="Junho Kwak" userId="62373a31-634f-41fb-ac46-b5d6e2c11b09" providerId="ADAL" clId="{763D4DEB-675D-4A7D-8AA1-F998C4F24B50}" dt="2025-04-28T16:11:30.719" v="4361" actId="207"/>
          <ac:spMkLst>
            <pc:docMk/>
            <pc:sldMk cId="3224900526" sldId="663"/>
            <ac:spMk id="234" creationId="{5C8551E8-9D01-621F-55CD-A8B8046B6D31}"/>
          </ac:spMkLst>
        </pc:spChg>
        <pc:spChg chg="add mod">
          <ac:chgData name="Junho Kwak" userId="62373a31-634f-41fb-ac46-b5d6e2c11b09" providerId="ADAL" clId="{763D4DEB-675D-4A7D-8AA1-F998C4F24B50}" dt="2025-04-28T11:50:11.678" v="2969" actId="571"/>
          <ac:spMkLst>
            <pc:docMk/>
            <pc:sldMk cId="3224900526" sldId="663"/>
            <ac:spMk id="235" creationId="{4D3D7E3F-A448-E914-2270-A176CF3645EA}"/>
          </ac:spMkLst>
        </pc:spChg>
        <pc:spChg chg="add mod">
          <ac:chgData name="Junho Kwak" userId="62373a31-634f-41fb-ac46-b5d6e2c11b09" providerId="ADAL" clId="{763D4DEB-675D-4A7D-8AA1-F998C4F24B50}" dt="2025-04-28T11:50:11.678" v="2969" actId="571"/>
          <ac:spMkLst>
            <pc:docMk/>
            <pc:sldMk cId="3224900526" sldId="663"/>
            <ac:spMk id="236" creationId="{6296C47F-D311-7603-C710-8DA5BFA9ED10}"/>
          </ac:spMkLst>
        </pc:spChg>
        <pc:spChg chg="add mod">
          <ac:chgData name="Junho Kwak" userId="62373a31-634f-41fb-ac46-b5d6e2c11b09" providerId="ADAL" clId="{763D4DEB-675D-4A7D-8AA1-F998C4F24B50}" dt="2025-04-28T11:50:11.678" v="2969" actId="571"/>
          <ac:spMkLst>
            <pc:docMk/>
            <pc:sldMk cId="3224900526" sldId="663"/>
            <ac:spMk id="238" creationId="{F3B99BA8-2185-741F-A89B-4E62A84AEA50}"/>
          </ac:spMkLst>
        </pc:spChg>
        <pc:spChg chg="add mod topLvl">
          <ac:chgData name="Junho Kwak" userId="62373a31-634f-41fb-ac46-b5d6e2c11b09" providerId="ADAL" clId="{763D4DEB-675D-4A7D-8AA1-F998C4F24B50}" dt="2025-04-28T15:37:54.721" v="4069" actId="165"/>
          <ac:spMkLst>
            <pc:docMk/>
            <pc:sldMk cId="3224900526" sldId="663"/>
            <ac:spMk id="241" creationId="{670965F0-02D2-E48E-7A83-D412AC989C3C}"/>
          </ac:spMkLst>
        </pc:spChg>
        <pc:spChg chg="add mod">
          <ac:chgData name="Junho Kwak" userId="62373a31-634f-41fb-ac46-b5d6e2c11b09" providerId="ADAL" clId="{763D4DEB-675D-4A7D-8AA1-F998C4F24B50}" dt="2025-04-28T11:50:11.678" v="2969" actId="571"/>
          <ac:spMkLst>
            <pc:docMk/>
            <pc:sldMk cId="3224900526" sldId="663"/>
            <ac:spMk id="245" creationId="{14FDB277-0473-E31A-6B78-8B9AD2DD7CF5}"/>
          </ac:spMkLst>
        </pc:spChg>
        <pc:spChg chg="mod">
          <ac:chgData name="Junho Kwak" userId="62373a31-634f-41fb-ac46-b5d6e2c11b09" providerId="ADAL" clId="{763D4DEB-675D-4A7D-8AA1-F998C4F24B50}" dt="2025-04-28T11:40:39.668" v="2814" actId="165"/>
          <ac:spMkLst>
            <pc:docMk/>
            <pc:sldMk cId="3224900526" sldId="663"/>
            <ac:spMk id="247" creationId="{C2DE65AB-B811-D930-D166-18E3BFAC3E3E}"/>
          </ac:spMkLst>
        </pc:spChg>
        <pc:spChg chg="add mod">
          <ac:chgData name="Junho Kwak" userId="62373a31-634f-41fb-ac46-b5d6e2c11b09" providerId="ADAL" clId="{763D4DEB-675D-4A7D-8AA1-F998C4F24B50}" dt="2025-04-28T11:50:11.678" v="2969" actId="571"/>
          <ac:spMkLst>
            <pc:docMk/>
            <pc:sldMk cId="3224900526" sldId="663"/>
            <ac:spMk id="249" creationId="{9FF02C00-2082-6812-6274-99331D4DC2C9}"/>
          </ac:spMkLst>
        </pc:spChg>
        <pc:spChg chg="mod topLvl">
          <ac:chgData name="Junho Kwak" userId="62373a31-634f-41fb-ac46-b5d6e2c11b09" providerId="ADAL" clId="{763D4DEB-675D-4A7D-8AA1-F998C4F24B50}" dt="2025-04-28T11:33:16.627" v="2751" actId="165"/>
          <ac:spMkLst>
            <pc:docMk/>
            <pc:sldMk cId="3224900526" sldId="663"/>
            <ac:spMk id="250" creationId="{8808C3DD-E64A-022F-D79F-0B8E0EAF03F7}"/>
          </ac:spMkLst>
        </pc:spChg>
        <pc:spChg chg="mod topLvl">
          <ac:chgData name="Junho Kwak" userId="62373a31-634f-41fb-ac46-b5d6e2c11b09" providerId="ADAL" clId="{763D4DEB-675D-4A7D-8AA1-F998C4F24B50}" dt="2025-04-28T15:37:54.721" v="4069" actId="165"/>
          <ac:spMkLst>
            <pc:docMk/>
            <pc:sldMk cId="3224900526" sldId="663"/>
            <ac:spMk id="251" creationId="{F0192D1E-4622-6252-7823-4D192404B6A8}"/>
          </ac:spMkLst>
        </pc:spChg>
        <pc:spChg chg="add mod">
          <ac:chgData name="Junho Kwak" userId="62373a31-634f-41fb-ac46-b5d6e2c11b09" providerId="ADAL" clId="{763D4DEB-675D-4A7D-8AA1-F998C4F24B50}" dt="2025-04-28T11:33:59.048" v="2764" actId="164"/>
          <ac:spMkLst>
            <pc:docMk/>
            <pc:sldMk cId="3224900526" sldId="663"/>
            <ac:spMk id="252" creationId="{FC4094FF-4509-1EC7-2ADE-F52DC77E6CFF}"/>
          </ac:spMkLst>
        </pc:spChg>
        <pc:spChg chg="add mod">
          <ac:chgData name="Junho Kwak" userId="62373a31-634f-41fb-ac46-b5d6e2c11b09" providerId="ADAL" clId="{763D4DEB-675D-4A7D-8AA1-F998C4F24B50}" dt="2025-04-28T11:50:11.678" v="2969" actId="571"/>
          <ac:spMkLst>
            <pc:docMk/>
            <pc:sldMk cId="3224900526" sldId="663"/>
            <ac:spMk id="253" creationId="{16C8CB71-6D2D-3233-7EE9-49B7BA7E65BE}"/>
          </ac:spMkLst>
        </pc:spChg>
        <pc:spChg chg="mod">
          <ac:chgData name="Junho Kwak" userId="62373a31-634f-41fb-ac46-b5d6e2c11b09" providerId="ADAL" clId="{763D4DEB-675D-4A7D-8AA1-F998C4F24B50}" dt="2025-04-28T12:01:00.063" v="3058" actId="108"/>
          <ac:spMkLst>
            <pc:docMk/>
            <pc:sldMk cId="3224900526" sldId="663"/>
            <ac:spMk id="254" creationId="{C84DAE0F-9564-DECE-4105-F86B7E330A2A}"/>
          </ac:spMkLst>
        </pc:spChg>
        <pc:spChg chg="add mod topLvl">
          <ac:chgData name="Junho Kwak" userId="62373a31-634f-41fb-ac46-b5d6e2c11b09" providerId="ADAL" clId="{763D4DEB-675D-4A7D-8AA1-F998C4F24B50}" dt="2025-04-28T16:11:30.719" v="4361" actId="207"/>
          <ac:spMkLst>
            <pc:docMk/>
            <pc:sldMk cId="3224900526" sldId="663"/>
            <ac:spMk id="255" creationId="{DDB7E375-4961-7570-E35C-FAC92ED0139A}"/>
          </ac:spMkLst>
        </pc:spChg>
        <pc:spChg chg="add mod topLvl">
          <ac:chgData name="Junho Kwak" userId="62373a31-634f-41fb-ac46-b5d6e2c11b09" providerId="ADAL" clId="{763D4DEB-675D-4A7D-8AA1-F998C4F24B50}" dt="2025-04-28T16:11:30.719" v="4361" actId="207"/>
          <ac:spMkLst>
            <pc:docMk/>
            <pc:sldMk cId="3224900526" sldId="663"/>
            <ac:spMk id="256" creationId="{9DE52AE5-5AE6-18DC-AF06-7F5FAA4A8F90}"/>
          </ac:spMkLst>
        </pc:spChg>
        <pc:spChg chg="add mod topLvl">
          <ac:chgData name="Junho Kwak" userId="62373a31-634f-41fb-ac46-b5d6e2c11b09" providerId="ADAL" clId="{763D4DEB-675D-4A7D-8AA1-F998C4F24B50}" dt="2025-04-28T12:01:10.285" v="3061" actId="164"/>
          <ac:spMkLst>
            <pc:docMk/>
            <pc:sldMk cId="3224900526" sldId="663"/>
            <ac:spMk id="258" creationId="{46A437BA-04D7-D279-6779-FBE089B1AC55}"/>
          </ac:spMkLst>
        </pc:spChg>
        <pc:spChg chg="mod">
          <ac:chgData name="Junho Kwak" userId="62373a31-634f-41fb-ac46-b5d6e2c11b09" providerId="ADAL" clId="{763D4DEB-675D-4A7D-8AA1-F998C4F24B50}" dt="2025-04-28T12:01:00.063" v="3058" actId="108"/>
          <ac:spMkLst>
            <pc:docMk/>
            <pc:sldMk cId="3224900526" sldId="663"/>
            <ac:spMk id="259" creationId="{F153CFC8-5D6A-4DDC-058F-64BAFB603D98}"/>
          </ac:spMkLst>
        </pc:spChg>
        <pc:spChg chg="add mod topLvl">
          <ac:chgData name="Junho Kwak" userId="62373a31-634f-41fb-ac46-b5d6e2c11b09" providerId="ADAL" clId="{763D4DEB-675D-4A7D-8AA1-F998C4F24B50}" dt="2025-04-28T12:01:10.285" v="3061" actId="164"/>
          <ac:spMkLst>
            <pc:docMk/>
            <pc:sldMk cId="3224900526" sldId="663"/>
            <ac:spMk id="260" creationId="{772B7135-4DC6-1661-F882-C04A39751ABA}"/>
          </ac:spMkLst>
        </pc:spChg>
        <pc:spChg chg="add mod topLvl">
          <ac:chgData name="Junho Kwak" userId="62373a31-634f-41fb-ac46-b5d6e2c11b09" providerId="ADAL" clId="{763D4DEB-675D-4A7D-8AA1-F998C4F24B50}" dt="2025-04-28T12:01:10.285" v="3061" actId="164"/>
          <ac:spMkLst>
            <pc:docMk/>
            <pc:sldMk cId="3224900526" sldId="663"/>
            <ac:spMk id="261" creationId="{09A187A1-9FD6-0B3E-5222-A53E4C7E242F}"/>
          </ac:spMkLst>
        </pc:spChg>
        <pc:spChg chg="mod topLvl">
          <ac:chgData name="Junho Kwak" userId="62373a31-634f-41fb-ac46-b5d6e2c11b09" providerId="ADAL" clId="{763D4DEB-675D-4A7D-8AA1-F998C4F24B50}" dt="2025-04-28T15:37:54.721" v="4069" actId="165"/>
          <ac:spMkLst>
            <pc:docMk/>
            <pc:sldMk cId="3224900526" sldId="663"/>
            <ac:spMk id="262" creationId="{7D46C142-607E-FDEB-6252-E2C7F5481CCE}"/>
          </ac:spMkLst>
        </pc:spChg>
        <pc:spChg chg="mod">
          <ac:chgData name="Junho Kwak" userId="62373a31-634f-41fb-ac46-b5d6e2c11b09" providerId="ADAL" clId="{763D4DEB-675D-4A7D-8AA1-F998C4F24B50}" dt="2025-04-28T12:01:00.063" v="3058" actId="108"/>
          <ac:spMkLst>
            <pc:docMk/>
            <pc:sldMk cId="3224900526" sldId="663"/>
            <ac:spMk id="263" creationId="{556CFFCC-434A-CFBD-760A-FCE74AEE3678}"/>
          </ac:spMkLst>
        </pc:spChg>
        <pc:spChg chg="add mod topLvl">
          <ac:chgData name="Junho Kwak" userId="62373a31-634f-41fb-ac46-b5d6e2c11b09" providerId="ADAL" clId="{763D4DEB-675D-4A7D-8AA1-F998C4F24B50}" dt="2025-04-28T12:01:10.285" v="3061" actId="164"/>
          <ac:spMkLst>
            <pc:docMk/>
            <pc:sldMk cId="3224900526" sldId="663"/>
            <ac:spMk id="265" creationId="{16EF19AF-00D3-F6E4-47FB-18D66824F737}"/>
          </ac:spMkLst>
        </pc:spChg>
        <pc:spChg chg="mod topLvl">
          <ac:chgData name="Junho Kwak" userId="62373a31-634f-41fb-ac46-b5d6e2c11b09" providerId="ADAL" clId="{763D4DEB-675D-4A7D-8AA1-F998C4F24B50}" dt="2025-04-28T15:37:54.721" v="4069" actId="165"/>
          <ac:spMkLst>
            <pc:docMk/>
            <pc:sldMk cId="3224900526" sldId="663"/>
            <ac:spMk id="266" creationId="{3FA075D3-F3DC-DD24-E2F9-29E873458E92}"/>
          </ac:spMkLst>
        </pc:spChg>
        <pc:spChg chg="mod">
          <ac:chgData name="Junho Kwak" userId="62373a31-634f-41fb-ac46-b5d6e2c11b09" providerId="ADAL" clId="{763D4DEB-675D-4A7D-8AA1-F998C4F24B50}" dt="2025-04-28T12:01:00.063" v="3058" actId="108"/>
          <ac:spMkLst>
            <pc:docMk/>
            <pc:sldMk cId="3224900526" sldId="663"/>
            <ac:spMk id="267" creationId="{4E087904-CF88-5883-9A47-FF1C0BA2106E}"/>
          </ac:spMkLst>
        </pc:spChg>
        <pc:spChg chg="add mod topLvl">
          <ac:chgData name="Junho Kwak" userId="62373a31-634f-41fb-ac46-b5d6e2c11b09" providerId="ADAL" clId="{763D4DEB-675D-4A7D-8AA1-F998C4F24B50}" dt="2025-04-28T12:01:10.285" v="3061" actId="164"/>
          <ac:spMkLst>
            <pc:docMk/>
            <pc:sldMk cId="3224900526" sldId="663"/>
            <ac:spMk id="269" creationId="{9B2663E1-CCE3-CBAD-4AEC-0E5FF90FBD7C}"/>
          </ac:spMkLst>
        </pc:spChg>
        <pc:spChg chg="add mod topLvl">
          <ac:chgData name="Junho Kwak" userId="62373a31-634f-41fb-ac46-b5d6e2c11b09" providerId="ADAL" clId="{763D4DEB-675D-4A7D-8AA1-F998C4F24B50}" dt="2025-04-28T12:01:10.285" v="3061" actId="164"/>
          <ac:spMkLst>
            <pc:docMk/>
            <pc:sldMk cId="3224900526" sldId="663"/>
            <ac:spMk id="270" creationId="{6C99BC9D-687F-3BCB-3A8E-BFC950D0BF18}"/>
          </ac:spMkLst>
        </pc:spChg>
        <pc:spChg chg="mod topLvl">
          <ac:chgData name="Junho Kwak" userId="62373a31-634f-41fb-ac46-b5d6e2c11b09" providerId="ADAL" clId="{763D4DEB-675D-4A7D-8AA1-F998C4F24B50}" dt="2025-04-28T15:37:54.721" v="4069" actId="165"/>
          <ac:spMkLst>
            <pc:docMk/>
            <pc:sldMk cId="3224900526" sldId="663"/>
            <ac:spMk id="271" creationId="{41DBC3E7-D194-4388-2D3A-F27AECC13174}"/>
          </ac:spMkLst>
        </pc:spChg>
        <pc:spChg chg="add mod topLvl">
          <ac:chgData name="Junho Kwak" userId="62373a31-634f-41fb-ac46-b5d6e2c11b09" providerId="ADAL" clId="{763D4DEB-675D-4A7D-8AA1-F998C4F24B50}" dt="2025-04-28T15:37:54.721" v="4069" actId="165"/>
          <ac:spMkLst>
            <pc:docMk/>
            <pc:sldMk cId="3224900526" sldId="663"/>
            <ac:spMk id="272" creationId="{EA38E7A4-D820-EFC8-519C-C8971E62E172}"/>
          </ac:spMkLst>
        </pc:spChg>
        <pc:spChg chg="add mod topLvl">
          <ac:chgData name="Junho Kwak" userId="62373a31-634f-41fb-ac46-b5d6e2c11b09" providerId="ADAL" clId="{763D4DEB-675D-4A7D-8AA1-F998C4F24B50}" dt="2025-04-28T12:01:10.285" v="3061" actId="164"/>
          <ac:spMkLst>
            <pc:docMk/>
            <pc:sldMk cId="3224900526" sldId="663"/>
            <ac:spMk id="274" creationId="{8B511228-1E00-AF46-124B-C0EDA7C2D971}"/>
          </ac:spMkLst>
        </pc:spChg>
        <pc:spChg chg="add mod">
          <ac:chgData name="Junho Kwak" userId="62373a31-634f-41fb-ac46-b5d6e2c11b09" providerId="ADAL" clId="{763D4DEB-675D-4A7D-8AA1-F998C4F24B50}" dt="2025-04-28T15:37:53.602" v="4067" actId="164"/>
          <ac:spMkLst>
            <pc:docMk/>
            <pc:sldMk cId="3224900526" sldId="663"/>
            <ac:spMk id="279" creationId="{4DF9FB11-D1AE-40BB-5134-1BE9C2CB5EC7}"/>
          </ac:spMkLst>
        </pc:spChg>
        <pc:spChg chg="add mod">
          <ac:chgData name="Junho Kwak" userId="62373a31-634f-41fb-ac46-b5d6e2c11b09" providerId="ADAL" clId="{763D4DEB-675D-4A7D-8AA1-F998C4F24B50}" dt="2025-04-28T15:37:53.602" v="4067" actId="164"/>
          <ac:spMkLst>
            <pc:docMk/>
            <pc:sldMk cId="3224900526" sldId="663"/>
            <ac:spMk id="280" creationId="{42ED194D-1EFA-E789-6E04-00541E1558F5}"/>
          </ac:spMkLst>
        </pc:spChg>
        <pc:spChg chg="add mod">
          <ac:chgData name="Junho Kwak" userId="62373a31-634f-41fb-ac46-b5d6e2c11b09" providerId="ADAL" clId="{763D4DEB-675D-4A7D-8AA1-F998C4F24B50}" dt="2025-04-28T11:39:24.785" v="2800" actId="14100"/>
          <ac:spMkLst>
            <pc:docMk/>
            <pc:sldMk cId="3224900526" sldId="663"/>
            <ac:spMk id="281" creationId="{92187224-6A4B-EC98-BD6B-309E22CBEE8B}"/>
          </ac:spMkLst>
        </pc:spChg>
        <pc:spChg chg="add mod">
          <ac:chgData name="Junho Kwak" userId="62373a31-634f-41fb-ac46-b5d6e2c11b09" providerId="ADAL" clId="{763D4DEB-675D-4A7D-8AA1-F998C4F24B50}" dt="2025-04-28T15:29:49.576" v="3968" actId="12789"/>
          <ac:spMkLst>
            <pc:docMk/>
            <pc:sldMk cId="3224900526" sldId="663"/>
            <ac:spMk id="282" creationId="{88F88070-3B61-77C6-26CB-F4C8BE7E88F6}"/>
          </ac:spMkLst>
        </pc:spChg>
        <pc:spChg chg="add mod">
          <ac:chgData name="Junho Kwak" userId="62373a31-634f-41fb-ac46-b5d6e2c11b09" providerId="ADAL" clId="{763D4DEB-675D-4A7D-8AA1-F998C4F24B50}" dt="2025-04-28T15:37:53.602" v="4067" actId="164"/>
          <ac:spMkLst>
            <pc:docMk/>
            <pc:sldMk cId="3224900526" sldId="663"/>
            <ac:spMk id="289" creationId="{130F7362-8647-67A4-22E4-3450790E36C6}"/>
          </ac:spMkLst>
        </pc:spChg>
        <pc:spChg chg="add mod">
          <ac:chgData name="Junho Kwak" userId="62373a31-634f-41fb-ac46-b5d6e2c11b09" providerId="ADAL" clId="{763D4DEB-675D-4A7D-8AA1-F998C4F24B50}" dt="2025-04-28T12:45:02.673" v="3768" actId="207"/>
          <ac:spMkLst>
            <pc:docMk/>
            <pc:sldMk cId="3224900526" sldId="663"/>
            <ac:spMk id="290" creationId="{3EC13E93-2A8E-A64C-74AD-3C517558326C}"/>
          </ac:spMkLst>
        </pc:spChg>
        <pc:spChg chg="add mod">
          <ac:chgData name="Junho Kwak" userId="62373a31-634f-41fb-ac46-b5d6e2c11b09" providerId="ADAL" clId="{763D4DEB-675D-4A7D-8AA1-F998C4F24B50}" dt="2025-04-28T12:45:02.673" v="3768" actId="207"/>
          <ac:spMkLst>
            <pc:docMk/>
            <pc:sldMk cId="3224900526" sldId="663"/>
            <ac:spMk id="291" creationId="{7D1D7FB8-EAB2-508B-8C0A-24C389C36C4C}"/>
          </ac:spMkLst>
        </pc:spChg>
        <pc:spChg chg="add mod">
          <ac:chgData name="Junho Kwak" userId="62373a31-634f-41fb-ac46-b5d6e2c11b09" providerId="ADAL" clId="{763D4DEB-675D-4A7D-8AA1-F998C4F24B50}" dt="2025-04-28T15:37:53.602" v="4067" actId="164"/>
          <ac:spMkLst>
            <pc:docMk/>
            <pc:sldMk cId="3224900526" sldId="663"/>
            <ac:spMk id="293" creationId="{74B6634A-D63D-C09B-14A5-E4B2BE2A6130}"/>
          </ac:spMkLst>
        </pc:spChg>
        <pc:spChg chg="add mod">
          <ac:chgData name="Junho Kwak" userId="62373a31-634f-41fb-ac46-b5d6e2c11b09" providerId="ADAL" clId="{763D4DEB-675D-4A7D-8AA1-F998C4F24B50}" dt="2025-04-28T15:37:53.602" v="4067" actId="164"/>
          <ac:spMkLst>
            <pc:docMk/>
            <pc:sldMk cId="3224900526" sldId="663"/>
            <ac:spMk id="294" creationId="{41D9CA91-B011-CE2F-E0FE-F5AB658126A0}"/>
          </ac:spMkLst>
        </pc:spChg>
        <pc:spChg chg="add mod">
          <ac:chgData name="Junho Kwak" userId="62373a31-634f-41fb-ac46-b5d6e2c11b09" providerId="ADAL" clId="{763D4DEB-675D-4A7D-8AA1-F998C4F24B50}" dt="2025-04-28T15:37:53.602" v="4067" actId="164"/>
          <ac:spMkLst>
            <pc:docMk/>
            <pc:sldMk cId="3224900526" sldId="663"/>
            <ac:spMk id="297" creationId="{95A66A87-A8CE-09EB-0CC0-296F74A7B50B}"/>
          </ac:spMkLst>
        </pc:spChg>
        <pc:spChg chg="add mod">
          <ac:chgData name="Junho Kwak" userId="62373a31-634f-41fb-ac46-b5d6e2c11b09" providerId="ADAL" clId="{763D4DEB-675D-4A7D-8AA1-F998C4F24B50}" dt="2025-04-28T11:41:08.316" v="2820" actId="571"/>
          <ac:spMkLst>
            <pc:docMk/>
            <pc:sldMk cId="3224900526" sldId="663"/>
            <ac:spMk id="298" creationId="{D1FFAEC1-A396-21CA-6AAD-842C05777D64}"/>
          </ac:spMkLst>
        </pc:spChg>
        <pc:spChg chg="add mod">
          <ac:chgData name="Junho Kwak" userId="62373a31-634f-41fb-ac46-b5d6e2c11b09" providerId="ADAL" clId="{763D4DEB-675D-4A7D-8AA1-F998C4F24B50}" dt="2025-04-28T15:37:53.602" v="4067" actId="164"/>
          <ac:spMkLst>
            <pc:docMk/>
            <pc:sldMk cId="3224900526" sldId="663"/>
            <ac:spMk id="299" creationId="{488C0BFB-3EDB-DE71-5E63-017893B11F12}"/>
          </ac:spMkLst>
        </pc:spChg>
        <pc:spChg chg="add mod">
          <ac:chgData name="Junho Kwak" userId="62373a31-634f-41fb-ac46-b5d6e2c11b09" providerId="ADAL" clId="{763D4DEB-675D-4A7D-8AA1-F998C4F24B50}" dt="2025-04-28T15:37:53.602" v="4067" actId="164"/>
          <ac:spMkLst>
            <pc:docMk/>
            <pc:sldMk cId="3224900526" sldId="663"/>
            <ac:spMk id="300" creationId="{B1F245F8-4744-61A9-E1D3-15255FD4B671}"/>
          </ac:spMkLst>
        </pc:spChg>
        <pc:spChg chg="add mod">
          <ac:chgData name="Junho Kwak" userId="62373a31-634f-41fb-ac46-b5d6e2c11b09" providerId="ADAL" clId="{763D4DEB-675D-4A7D-8AA1-F998C4F24B50}" dt="2025-04-28T15:37:53.602" v="4067" actId="164"/>
          <ac:spMkLst>
            <pc:docMk/>
            <pc:sldMk cId="3224900526" sldId="663"/>
            <ac:spMk id="301" creationId="{71F9F7C7-5A02-8A3C-3C75-AB3848A8E660}"/>
          </ac:spMkLst>
        </pc:spChg>
        <pc:spChg chg="add mod">
          <ac:chgData name="Junho Kwak" userId="62373a31-634f-41fb-ac46-b5d6e2c11b09" providerId="ADAL" clId="{763D4DEB-675D-4A7D-8AA1-F998C4F24B50}" dt="2025-04-28T15:37:53.602" v="4067" actId="164"/>
          <ac:spMkLst>
            <pc:docMk/>
            <pc:sldMk cId="3224900526" sldId="663"/>
            <ac:spMk id="302" creationId="{6C4096CF-FF50-19FD-46A2-C049C3E06620}"/>
          </ac:spMkLst>
        </pc:spChg>
        <pc:spChg chg="add mod">
          <ac:chgData name="Junho Kwak" userId="62373a31-634f-41fb-ac46-b5d6e2c11b09" providerId="ADAL" clId="{763D4DEB-675D-4A7D-8AA1-F998C4F24B50}" dt="2025-04-28T11:41:36.075" v="2826" actId="14100"/>
          <ac:spMkLst>
            <pc:docMk/>
            <pc:sldMk cId="3224900526" sldId="663"/>
            <ac:spMk id="303" creationId="{F9DA1D78-F441-503C-FB71-B4D6A8E305B0}"/>
          </ac:spMkLst>
        </pc:spChg>
        <pc:spChg chg="add mod topLvl">
          <ac:chgData name="Junho Kwak" userId="62373a31-634f-41fb-ac46-b5d6e2c11b09" providerId="ADAL" clId="{763D4DEB-675D-4A7D-8AA1-F998C4F24B50}" dt="2025-04-28T15:30:05.958" v="3969" actId="14100"/>
          <ac:spMkLst>
            <pc:docMk/>
            <pc:sldMk cId="3224900526" sldId="663"/>
            <ac:spMk id="304" creationId="{6B3C35D4-6568-0183-FD05-24E9F50F5EBF}"/>
          </ac:spMkLst>
        </pc:spChg>
        <pc:spChg chg="add mod topLvl">
          <ac:chgData name="Junho Kwak" userId="62373a31-634f-41fb-ac46-b5d6e2c11b09" providerId="ADAL" clId="{763D4DEB-675D-4A7D-8AA1-F998C4F24B50}" dt="2025-04-28T15:38:16.452" v="4073" actId="207"/>
          <ac:spMkLst>
            <pc:docMk/>
            <pc:sldMk cId="3224900526" sldId="663"/>
            <ac:spMk id="305" creationId="{3D45830E-E740-5AF2-29FE-4B823C1E509A}"/>
          </ac:spMkLst>
        </pc:spChg>
        <pc:spChg chg="mod">
          <ac:chgData name="Junho Kwak" userId="62373a31-634f-41fb-ac46-b5d6e2c11b09" providerId="ADAL" clId="{763D4DEB-675D-4A7D-8AA1-F998C4F24B50}" dt="2025-04-28T15:30:05.958" v="3969" actId="14100"/>
          <ac:spMkLst>
            <pc:docMk/>
            <pc:sldMk cId="3224900526" sldId="663"/>
            <ac:spMk id="309" creationId="{94AAB60D-32EF-FCE3-6BEB-DDB237172833}"/>
          </ac:spMkLst>
        </pc:spChg>
        <pc:spChg chg="mod">
          <ac:chgData name="Junho Kwak" userId="62373a31-634f-41fb-ac46-b5d6e2c11b09" providerId="ADAL" clId="{763D4DEB-675D-4A7D-8AA1-F998C4F24B50}" dt="2025-04-28T15:29:49.576" v="3968" actId="12789"/>
          <ac:spMkLst>
            <pc:docMk/>
            <pc:sldMk cId="3224900526" sldId="663"/>
            <ac:spMk id="310" creationId="{21E70106-DD51-071C-C6F1-951086AC9259}"/>
          </ac:spMkLst>
        </pc:spChg>
        <pc:spChg chg="mod topLvl">
          <ac:chgData name="Junho Kwak" userId="62373a31-634f-41fb-ac46-b5d6e2c11b09" providerId="ADAL" clId="{763D4DEB-675D-4A7D-8AA1-F998C4F24B50}" dt="2025-04-28T15:30:05.958" v="3969" actId="14100"/>
          <ac:spMkLst>
            <pc:docMk/>
            <pc:sldMk cId="3224900526" sldId="663"/>
            <ac:spMk id="312" creationId="{C58CAFE9-47F9-0F4C-D56D-F9F2783E4969}"/>
          </ac:spMkLst>
        </pc:spChg>
        <pc:spChg chg="mod topLvl">
          <ac:chgData name="Junho Kwak" userId="62373a31-634f-41fb-ac46-b5d6e2c11b09" providerId="ADAL" clId="{763D4DEB-675D-4A7D-8AA1-F998C4F24B50}" dt="2025-04-28T15:29:49.576" v="3968" actId="12789"/>
          <ac:spMkLst>
            <pc:docMk/>
            <pc:sldMk cId="3224900526" sldId="663"/>
            <ac:spMk id="313" creationId="{41579B0B-2BF3-9C21-B902-E67FE780CD1E}"/>
          </ac:spMkLst>
        </pc:spChg>
        <pc:spChg chg="mod topLvl">
          <ac:chgData name="Junho Kwak" userId="62373a31-634f-41fb-ac46-b5d6e2c11b09" providerId="ADAL" clId="{763D4DEB-675D-4A7D-8AA1-F998C4F24B50}" dt="2025-04-28T15:30:05.958" v="3969" actId="14100"/>
          <ac:spMkLst>
            <pc:docMk/>
            <pc:sldMk cId="3224900526" sldId="663"/>
            <ac:spMk id="315" creationId="{BD210D83-4CE8-0AB7-CC7D-52856035537D}"/>
          </ac:spMkLst>
        </pc:spChg>
        <pc:spChg chg="mod topLvl">
          <ac:chgData name="Junho Kwak" userId="62373a31-634f-41fb-ac46-b5d6e2c11b09" providerId="ADAL" clId="{763D4DEB-675D-4A7D-8AA1-F998C4F24B50}" dt="2025-04-28T15:29:49.576" v="3968" actId="12789"/>
          <ac:spMkLst>
            <pc:docMk/>
            <pc:sldMk cId="3224900526" sldId="663"/>
            <ac:spMk id="316" creationId="{49FD2F82-68BC-DEB0-364D-432AFAF1349F}"/>
          </ac:spMkLst>
        </pc:spChg>
        <pc:spChg chg="mod topLvl">
          <ac:chgData name="Junho Kwak" userId="62373a31-634f-41fb-ac46-b5d6e2c11b09" providerId="ADAL" clId="{763D4DEB-675D-4A7D-8AA1-F998C4F24B50}" dt="2025-04-28T15:30:05.958" v="3969" actId="14100"/>
          <ac:spMkLst>
            <pc:docMk/>
            <pc:sldMk cId="3224900526" sldId="663"/>
            <ac:spMk id="318" creationId="{F7ED4C2B-FB8A-5B96-78E8-955CBAE2607F}"/>
          </ac:spMkLst>
        </pc:spChg>
        <pc:spChg chg="mod topLvl">
          <ac:chgData name="Junho Kwak" userId="62373a31-634f-41fb-ac46-b5d6e2c11b09" providerId="ADAL" clId="{763D4DEB-675D-4A7D-8AA1-F998C4F24B50}" dt="2025-04-28T15:29:49.576" v="3968" actId="12789"/>
          <ac:spMkLst>
            <pc:docMk/>
            <pc:sldMk cId="3224900526" sldId="663"/>
            <ac:spMk id="319" creationId="{34943E13-7DCD-8997-9A73-CAA17909F8FD}"/>
          </ac:spMkLst>
        </pc:spChg>
        <pc:spChg chg="mod">
          <ac:chgData name="Junho Kwak" userId="62373a31-634f-41fb-ac46-b5d6e2c11b09" providerId="ADAL" clId="{763D4DEB-675D-4A7D-8AA1-F998C4F24B50}" dt="2025-04-28T15:30:05.958" v="3969" actId="14100"/>
          <ac:spMkLst>
            <pc:docMk/>
            <pc:sldMk cId="3224900526" sldId="663"/>
            <ac:spMk id="321" creationId="{AC6E516B-8E34-3AFE-92F4-EC72236F790F}"/>
          </ac:spMkLst>
        </pc:spChg>
        <pc:spChg chg="mod">
          <ac:chgData name="Junho Kwak" userId="62373a31-634f-41fb-ac46-b5d6e2c11b09" providerId="ADAL" clId="{763D4DEB-675D-4A7D-8AA1-F998C4F24B50}" dt="2025-04-28T11:46:16.871" v="2935" actId="20577"/>
          <ac:spMkLst>
            <pc:docMk/>
            <pc:sldMk cId="3224900526" sldId="663"/>
            <ac:spMk id="322" creationId="{32688673-3B31-6AC6-179C-38192ED21217}"/>
          </ac:spMkLst>
        </pc:spChg>
        <pc:spChg chg="mod topLvl">
          <ac:chgData name="Junho Kwak" userId="62373a31-634f-41fb-ac46-b5d6e2c11b09" providerId="ADAL" clId="{763D4DEB-675D-4A7D-8AA1-F998C4F24B50}" dt="2025-04-28T15:30:05.958" v="3969" actId="14100"/>
          <ac:spMkLst>
            <pc:docMk/>
            <pc:sldMk cId="3224900526" sldId="663"/>
            <ac:spMk id="324" creationId="{865FF873-97D3-2C2A-F9F2-1714866A24C1}"/>
          </ac:spMkLst>
        </pc:spChg>
        <pc:spChg chg="mod topLvl">
          <ac:chgData name="Junho Kwak" userId="62373a31-634f-41fb-ac46-b5d6e2c11b09" providerId="ADAL" clId="{763D4DEB-675D-4A7D-8AA1-F998C4F24B50}" dt="2025-04-28T15:29:49.576" v="3968" actId="12789"/>
          <ac:spMkLst>
            <pc:docMk/>
            <pc:sldMk cId="3224900526" sldId="663"/>
            <ac:spMk id="325" creationId="{BE2EBF7E-42CF-85A5-6C3B-634F64DEC55F}"/>
          </ac:spMkLst>
        </pc:spChg>
        <pc:spChg chg="mod topLvl">
          <ac:chgData name="Junho Kwak" userId="62373a31-634f-41fb-ac46-b5d6e2c11b09" providerId="ADAL" clId="{763D4DEB-675D-4A7D-8AA1-F998C4F24B50}" dt="2025-04-28T15:30:05.958" v="3969" actId="14100"/>
          <ac:spMkLst>
            <pc:docMk/>
            <pc:sldMk cId="3224900526" sldId="663"/>
            <ac:spMk id="327" creationId="{71849D74-CD4C-724A-63EE-8FB40D2F8E60}"/>
          </ac:spMkLst>
        </pc:spChg>
        <pc:spChg chg="mod topLvl">
          <ac:chgData name="Junho Kwak" userId="62373a31-634f-41fb-ac46-b5d6e2c11b09" providerId="ADAL" clId="{763D4DEB-675D-4A7D-8AA1-F998C4F24B50}" dt="2025-04-28T15:29:49.576" v="3968" actId="12789"/>
          <ac:spMkLst>
            <pc:docMk/>
            <pc:sldMk cId="3224900526" sldId="663"/>
            <ac:spMk id="328" creationId="{95090109-8583-8265-62C5-083AFB47E12E}"/>
          </ac:spMkLst>
        </pc:spChg>
        <pc:spChg chg="mod topLvl">
          <ac:chgData name="Junho Kwak" userId="62373a31-634f-41fb-ac46-b5d6e2c11b09" providerId="ADAL" clId="{763D4DEB-675D-4A7D-8AA1-F998C4F24B50}" dt="2025-04-28T15:30:05.958" v="3969" actId="14100"/>
          <ac:spMkLst>
            <pc:docMk/>
            <pc:sldMk cId="3224900526" sldId="663"/>
            <ac:spMk id="330" creationId="{133F13F6-5795-CFBF-1129-50799B2F0616}"/>
          </ac:spMkLst>
        </pc:spChg>
        <pc:spChg chg="mod topLvl">
          <ac:chgData name="Junho Kwak" userId="62373a31-634f-41fb-ac46-b5d6e2c11b09" providerId="ADAL" clId="{763D4DEB-675D-4A7D-8AA1-F998C4F24B50}" dt="2025-04-28T15:29:49.576" v="3968" actId="12789"/>
          <ac:spMkLst>
            <pc:docMk/>
            <pc:sldMk cId="3224900526" sldId="663"/>
            <ac:spMk id="331" creationId="{068C7F3F-12DA-2616-F2E2-017E9C8990AB}"/>
          </ac:spMkLst>
        </pc:spChg>
        <pc:spChg chg="mod topLvl">
          <ac:chgData name="Junho Kwak" userId="62373a31-634f-41fb-ac46-b5d6e2c11b09" providerId="ADAL" clId="{763D4DEB-675D-4A7D-8AA1-F998C4F24B50}" dt="2025-04-28T15:30:05.958" v="3969" actId="14100"/>
          <ac:spMkLst>
            <pc:docMk/>
            <pc:sldMk cId="3224900526" sldId="663"/>
            <ac:spMk id="333" creationId="{3DF239D6-61BF-012D-A278-2B4E0D9690F3}"/>
          </ac:spMkLst>
        </pc:spChg>
        <pc:spChg chg="mod">
          <ac:chgData name="Junho Kwak" userId="62373a31-634f-41fb-ac46-b5d6e2c11b09" providerId="ADAL" clId="{763D4DEB-675D-4A7D-8AA1-F998C4F24B50}" dt="2025-04-28T15:29:49.576" v="3968" actId="12789"/>
          <ac:spMkLst>
            <pc:docMk/>
            <pc:sldMk cId="3224900526" sldId="663"/>
            <ac:spMk id="334" creationId="{C5EFD4B8-DC61-31DC-B363-C8D4A93FFDDF}"/>
          </ac:spMkLst>
        </pc:spChg>
        <pc:spChg chg="add mod">
          <ac:chgData name="Junho Kwak" userId="62373a31-634f-41fb-ac46-b5d6e2c11b09" providerId="ADAL" clId="{763D4DEB-675D-4A7D-8AA1-F998C4F24B50}" dt="2025-04-28T12:12:34.217" v="3388" actId="1076"/>
          <ac:spMkLst>
            <pc:docMk/>
            <pc:sldMk cId="3224900526" sldId="663"/>
            <ac:spMk id="335" creationId="{95E0D883-5C2C-2BC7-F22E-830AABE64E68}"/>
          </ac:spMkLst>
        </pc:spChg>
        <pc:spChg chg="add mod">
          <ac:chgData name="Junho Kwak" userId="62373a31-634f-41fb-ac46-b5d6e2c11b09" providerId="ADAL" clId="{763D4DEB-675D-4A7D-8AA1-F998C4F24B50}" dt="2025-04-28T12:12:34.217" v="3388" actId="1076"/>
          <ac:spMkLst>
            <pc:docMk/>
            <pc:sldMk cId="3224900526" sldId="663"/>
            <ac:spMk id="336" creationId="{D052560A-DA6A-AA40-706F-B5D46ADCEC74}"/>
          </ac:spMkLst>
        </pc:spChg>
        <pc:spChg chg="add mod">
          <ac:chgData name="Junho Kwak" userId="62373a31-634f-41fb-ac46-b5d6e2c11b09" providerId="ADAL" clId="{763D4DEB-675D-4A7D-8AA1-F998C4F24B50}" dt="2025-04-28T12:44:57.625" v="3767" actId="207"/>
          <ac:spMkLst>
            <pc:docMk/>
            <pc:sldMk cId="3224900526" sldId="663"/>
            <ac:spMk id="337" creationId="{6F8CCF24-3593-04A5-1D52-325F41F66E39}"/>
          </ac:spMkLst>
        </pc:spChg>
        <pc:spChg chg="add mod">
          <ac:chgData name="Junho Kwak" userId="62373a31-634f-41fb-ac46-b5d6e2c11b09" providerId="ADAL" clId="{763D4DEB-675D-4A7D-8AA1-F998C4F24B50}" dt="2025-04-28T12:12:34.217" v="3388" actId="1076"/>
          <ac:spMkLst>
            <pc:docMk/>
            <pc:sldMk cId="3224900526" sldId="663"/>
            <ac:spMk id="340" creationId="{3F4C0898-41EB-A4E1-55F8-B1CEF40D656C}"/>
          </ac:spMkLst>
        </pc:spChg>
        <pc:spChg chg="add mod">
          <ac:chgData name="Junho Kwak" userId="62373a31-634f-41fb-ac46-b5d6e2c11b09" providerId="ADAL" clId="{763D4DEB-675D-4A7D-8AA1-F998C4F24B50}" dt="2025-04-28T12:12:34.217" v="3388" actId="1076"/>
          <ac:spMkLst>
            <pc:docMk/>
            <pc:sldMk cId="3224900526" sldId="663"/>
            <ac:spMk id="341" creationId="{64AD2503-7706-E242-A106-ED1CC4EB47FD}"/>
          </ac:spMkLst>
        </pc:spChg>
        <pc:spChg chg="add mod">
          <ac:chgData name="Junho Kwak" userId="62373a31-634f-41fb-ac46-b5d6e2c11b09" providerId="ADAL" clId="{763D4DEB-675D-4A7D-8AA1-F998C4F24B50}" dt="2025-04-28T15:29:49.576" v="3968" actId="12789"/>
          <ac:spMkLst>
            <pc:docMk/>
            <pc:sldMk cId="3224900526" sldId="663"/>
            <ac:spMk id="342" creationId="{04343097-21F3-4C77-85C7-14E4AE50945D}"/>
          </ac:spMkLst>
        </pc:spChg>
        <pc:spChg chg="add mod">
          <ac:chgData name="Junho Kwak" userId="62373a31-634f-41fb-ac46-b5d6e2c11b09" providerId="ADAL" clId="{763D4DEB-675D-4A7D-8AA1-F998C4F24B50}" dt="2025-04-28T16:40:37.939" v="4667" actId="14100"/>
          <ac:spMkLst>
            <pc:docMk/>
            <pc:sldMk cId="3224900526" sldId="663"/>
            <ac:spMk id="344" creationId="{DF5F5C70-51B0-6C28-A9C9-BEBECBBA0591}"/>
          </ac:spMkLst>
        </pc:spChg>
        <pc:spChg chg="add mod">
          <ac:chgData name="Junho Kwak" userId="62373a31-634f-41fb-ac46-b5d6e2c11b09" providerId="ADAL" clId="{763D4DEB-675D-4A7D-8AA1-F998C4F24B50}" dt="2025-04-28T16:40:31.862" v="4666" actId="1076"/>
          <ac:spMkLst>
            <pc:docMk/>
            <pc:sldMk cId="3224900526" sldId="663"/>
            <ac:spMk id="345" creationId="{9B7986AB-AEAA-FBD6-F88F-35BF0C6DB0AE}"/>
          </ac:spMkLst>
        </pc:spChg>
        <pc:spChg chg="add mod">
          <ac:chgData name="Junho Kwak" userId="62373a31-634f-41fb-ac46-b5d6e2c11b09" providerId="ADAL" clId="{763D4DEB-675D-4A7D-8AA1-F998C4F24B50}" dt="2025-04-28T12:08:23.035" v="3341" actId="164"/>
          <ac:spMkLst>
            <pc:docMk/>
            <pc:sldMk cId="3224900526" sldId="663"/>
            <ac:spMk id="346" creationId="{177034B6-108C-8ECD-37BB-7CB5147E1A76}"/>
          </ac:spMkLst>
        </pc:spChg>
        <pc:spChg chg="add mod">
          <ac:chgData name="Junho Kwak" userId="62373a31-634f-41fb-ac46-b5d6e2c11b09" providerId="ADAL" clId="{763D4DEB-675D-4A7D-8AA1-F998C4F24B50}" dt="2025-04-28T18:51:04.194" v="4743" actId="20577"/>
          <ac:spMkLst>
            <pc:docMk/>
            <pc:sldMk cId="3224900526" sldId="663"/>
            <ac:spMk id="347" creationId="{368919F3-E897-8217-35CE-D12DFC1574E8}"/>
          </ac:spMkLst>
        </pc:spChg>
        <pc:spChg chg="add mod">
          <ac:chgData name="Junho Kwak" userId="62373a31-634f-41fb-ac46-b5d6e2c11b09" providerId="ADAL" clId="{763D4DEB-675D-4A7D-8AA1-F998C4F24B50}" dt="2025-04-28T15:30:19.468" v="3970" actId="14100"/>
          <ac:spMkLst>
            <pc:docMk/>
            <pc:sldMk cId="3224900526" sldId="663"/>
            <ac:spMk id="350" creationId="{BC3AE972-9F38-577C-04BF-F6CD7723F209}"/>
          </ac:spMkLst>
        </pc:spChg>
        <pc:spChg chg="add mod topLvl">
          <ac:chgData name="Junho Kwak" userId="62373a31-634f-41fb-ac46-b5d6e2c11b09" providerId="ADAL" clId="{763D4DEB-675D-4A7D-8AA1-F998C4F24B50}" dt="2025-04-28T15:30:48.182" v="3972" actId="14100"/>
          <ac:spMkLst>
            <pc:docMk/>
            <pc:sldMk cId="3224900526" sldId="663"/>
            <ac:spMk id="351" creationId="{92AF2658-3AF7-7113-7B28-A42C3B8FA451}"/>
          </ac:spMkLst>
        </pc:spChg>
        <pc:spChg chg="add mod topLvl">
          <ac:chgData name="Junho Kwak" userId="62373a31-634f-41fb-ac46-b5d6e2c11b09" providerId="ADAL" clId="{763D4DEB-675D-4A7D-8AA1-F998C4F24B50}" dt="2025-04-28T15:30:48.182" v="3972" actId="14100"/>
          <ac:spMkLst>
            <pc:docMk/>
            <pc:sldMk cId="3224900526" sldId="663"/>
            <ac:spMk id="352" creationId="{92D40DBF-194E-D84D-ACB6-B158B65309F3}"/>
          </ac:spMkLst>
        </pc:spChg>
        <pc:spChg chg="add mod topLvl">
          <ac:chgData name="Junho Kwak" userId="62373a31-634f-41fb-ac46-b5d6e2c11b09" providerId="ADAL" clId="{763D4DEB-675D-4A7D-8AA1-F998C4F24B50}" dt="2025-04-28T15:30:48.182" v="3972" actId="14100"/>
          <ac:spMkLst>
            <pc:docMk/>
            <pc:sldMk cId="3224900526" sldId="663"/>
            <ac:spMk id="353" creationId="{F3318F8F-220F-DC2C-980A-AC47EA422C42}"/>
          </ac:spMkLst>
        </pc:spChg>
        <pc:spChg chg="add mod topLvl">
          <ac:chgData name="Junho Kwak" userId="62373a31-634f-41fb-ac46-b5d6e2c11b09" providerId="ADAL" clId="{763D4DEB-675D-4A7D-8AA1-F998C4F24B50}" dt="2025-04-28T15:30:48.182" v="3972" actId="14100"/>
          <ac:spMkLst>
            <pc:docMk/>
            <pc:sldMk cId="3224900526" sldId="663"/>
            <ac:spMk id="354" creationId="{6C137F1B-38DF-7473-8FB7-3EB5049C1C19}"/>
          </ac:spMkLst>
        </pc:spChg>
        <pc:spChg chg="add mod topLvl">
          <ac:chgData name="Junho Kwak" userId="62373a31-634f-41fb-ac46-b5d6e2c11b09" providerId="ADAL" clId="{763D4DEB-675D-4A7D-8AA1-F998C4F24B50}" dt="2025-04-28T15:30:48.182" v="3972" actId="14100"/>
          <ac:spMkLst>
            <pc:docMk/>
            <pc:sldMk cId="3224900526" sldId="663"/>
            <ac:spMk id="355" creationId="{7725D590-E578-4F65-C85C-17788FD15CCA}"/>
          </ac:spMkLst>
        </pc:spChg>
        <pc:spChg chg="add mod topLvl">
          <ac:chgData name="Junho Kwak" userId="62373a31-634f-41fb-ac46-b5d6e2c11b09" providerId="ADAL" clId="{763D4DEB-675D-4A7D-8AA1-F998C4F24B50}" dt="2025-04-28T15:30:48.182" v="3972" actId="14100"/>
          <ac:spMkLst>
            <pc:docMk/>
            <pc:sldMk cId="3224900526" sldId="663"/>
            <ac:spMk id="356" creationId="{0AFF3EB9-137C-2729-0ACC-ABAF6D8307BE}"/>
          </ac:spMkLst>
        </pc:spChg>
        <pc:spChg chg="add mod topLvl">
          <ac:chgData name="Junho Kwak" userId="62373a31-634f-41fb-ac46-b5d6e2c11b09" providerId="ADAL" clId="{763D4DEB-675D-4A7D-8AA1-F998C4F24B50}" dt="2025-04-28T15:30:48.182" v="3972" actId="14100"/>
          <ac:spMkLst>
            <pc:docMk/>
            <pc:sldMk cId="3224900526" sldId="663"/>
            <ac:spMk id="357" creationId="{F8558191-1FAA-0FE6-2B6A-930A628AA526}"/>
          </ac:spMkLst>
        </pc:spChg>
        <pc:spChg chg="add mod topLvl">
          <ac:chgData name="Junho Kwak" userId="62373a31-634f-41fb-ac46-b5d6e2c11b09" providerId="ADAL" clId="{763D4DEB-675D-4A7D-8AA1-F998C4F24B50}" dt="2025-04-28T15:30:48.182" v="3972" actId="14100"/>
          <ac:spMkLst>
            <pc:docMk/>
            <pc:sldMk cId="3224900526" sldId="663"/>
            <ac:spMk id="358" creationId="{C7468DD0-C153-8EDB-01B6-28753A67EFB4}"/>
          </ac:spMkLst>
        </pc:spChg>
        <pc:spChg chg="add mod topLvl">
          <ac:chgData name="Junho Kwak" userId="62373a31-634f-41fb-ac46-b5d6e2c11b09" providerId="ADAL" clId="{763D4DEB-675D-4A7D-8AA1-F998C4F24B50}" dt="2025-04-28T15:30:48.182" v="3972" actId="14100"/>
          <ac:spMkLst>
            <pc:docMk/>
            <pc:sldMk cId="3224900526" sldId="663"/>
            <ac:spMk id="359" creationId="{12F481B6-8603-0F20-F94A-4EC55BF7B4E8}"/>
          </ac:spMkLst>
        </pc:spChg>
        <pc:spChg chg="add mod">
          <ac:chgData name="Junho Kwak" userId="62373a31-634f-41fb-ac46-b5d6e2c11b09" providerId="ADAL" clId="{763D4DEB-675D-4A7D-8AA1-F998C4F24B50}" dt="2025-04-28T15:30:53.507" v="3973" actId="1076"/>
          <ac:spMkLst>
            <pc:docMk/>
            <pc:sldMk cId="3224900526" sldId="663"/>
            <ac:spMk id="360" creationId="{F0433F60-147F-9F92-9A18-4F6C2CBCC816}"/>
          </ac:spMkLst>
        </pc:spChg>
        <pc:spChg chg="add mod">
          <ac:chgData name="Junho Kwak" userId="62373a31-634f-41fb-ac46-b5d6e2c11b09" providerId="ADAL" clId="{763D4DEB-675D-4A7D-8AA1-F998C4F24B50}" dt="2025-04-28T12:14:20.610" v="3408" actId="164"/>
          <ac:spMkLst>
            <pc:docMk/>
            <pc:sldMk cId="3224900526" sldId="663"/>
            <ac:spMk id="363" creationId="{F75409F5-F1C3-DDE3-6B7B-6377B6AA1800}"/>
          </ac:spMkLst>
        </pc:spChg>
        <pc:spChg chg="add mod">
          <ac:chgData name="Junho Kwak" userId="62373a31-634f-41fb-ac46-b5d6e2c11b09" providerId="ADAL" clId="{763D4DEB-675D-4A7D-8AA1-F998C4F24B50}" dt="2025-04-28T12:14:20.610" v="3408" actId="164"/>
          <ac:spMkLst>
            <pc:docMk/>
            <pc:sldMk cId="3224900526" sldId="663"/>
            <ac:spMk id="364" creationId="{C5DCD815-82FB-8042-8635-5AE14FA2F6AD}"/>
          </ac:spMkLst>
        </pc:spChg>
        <pc:spChg chg="add mod">
          <ac:chgData name="Junho Kwak" userId="62373a31-634f-41fb-ac46-b5d6e2c11b09" providerId="ADAL" clId="{763D4DEB-675D-4A7D-8AA1-F998C4F24B50}" dt="2025-04-28T15:30:48.182" v="3972" actId="14100"/>
          <ac:spMkLst>
            <pc:docMk/>
            <pc:sldMk cId="3224900526" sldId="663"/>
            <ac:spMk id="366" creationId="{96AF1E36-2574-9E02-49C3-2918DD613630}"/>
          </ac:spMkLst>
        </pc:spChg>
        <pc:spChg chg="add mod">
          <ac:chgData name="Junho Kwak" userId="62373a31-634f-41fb-ac46-b5d6e2c11b09" providerId="ADAL" clId="{763D4DEB-675D-4A7D-8AA1-F998C4F24B50}" dt="2025-04-28T12:19:18.108" v="3438" actId="14100"/>
          <ac:spMkLst>
            <pc:docMk/>
            <pc:sldMk cId="3224900526" sldId="663"/>
            <ac:spMk id="367" creationId="{7172D9CC-BBEF-D95D-6841-27106DE41A8A}"/>
          </ac:spMkLst>
        </pc:spChg>
        <pc:spChg chg="add mod">
          <ac:chgData name="Junho Kwak" userId="62373a31-634f-41fb-ac46-b5d6e2c11b09" providerId="ADAL" clId="{763D4DEB-675D-4A7D-8AA1-F998C4F24B50}" dt="2025-04-28T12:19:56.102" v="3447" actId="14100"/>
          <ac:spMkLst>
            <pc:docMk/>
            <pc:sldMk cId="3224900526" sldId="663"/>
            <ac:spMk id="368" creationId="{378F8999-6BE0-BD51-909D-0A06F0CE2B29}"/>
          </ac:spMkLst>
        </pc:spChg>
        <pc:spChg chg="add mod">
          <ac:chgData name="Junho Kwak" userId="62373a31-634f-41fb-ac46-b5d6e2c11b09" providerId="ADAL" clId="{763D4DEB-675D-4A7D-8AA1-F998C4F24B50}" dt="2025-04-28T12:19:37.086" v="3443" actId="14100"/>
          <ac:spMkLst>
            <pc:docMk/>
            <pc:sldMk cId="3224900526" sldId="663"/>
            <ac:spMk id="369" creationId="{5E8201BA-6FD8-7D9F-DE9F-D41AACEDB952}"/>
          </ac:spMkLst>
        </pc:spChg>
        <pc:spChg chg="add mod">
          <ac:chgData name="Junho Kwak" userId="62373a31-634f-41fb-ac46-b5d6e2c11b09" providerId="ADAL" clId="{763D4DEB-675D-4A7D-8AA1-F998C4F24B50}" dt="2025-04-28T16:42:06.634" v="4678" actId="14100"/>
          <ac:spMkLst>
            <pc:docMk/>
            <pc:sldMk cId="3224900526" sldId="663"/>
            <ac:spMk id="370" creationId="{0720A82A-C79A-46DB-B4F8-43E6ABCFE3A4}"/>
          </ac:spMkLst>
        </pc:spChg>
        <pc:spChg chg="add mod">
          <ac:chgData name="Junho Kwak" userId="62373a31-634f-41fb-ac46-b5d6e2c11b09" providerId="ADAL" clId="{763D4DEB-675D-4A7D-8AA1-F998C4F24B50}" dt="2025-04-28T16:42:06.634" v="4678" actId="14100"/>
          <ac:spMkLst>
            <pc:docMk/>
            <pc:sldMk cId="3224900526" sldId="663"/>
            <ac:spMk id="371" creationId="{3C9A4F25-6C5A-E33C-19EF-790E274A7A97}"/>
          </ac:spMkLst>
        </pc:spChg>
        <pc:spChg chg="add mod">
          <ac:chgData name="Junho Kwak" userId="62373a31-634f-41fb-ac46-b5d6e2c11b09" providerId="ADAL" clId="{763D4DEB-675D-4A7D-8AA1-F998C4F24B50}" dt="2025-04-28T12:22:56.052" v="3485" actId="12788"/>
          <ac:spMkLst>
            <pc:docMk/>
            <pc:sldMk cId="3224900526" sldId="663"/>
            <ac:spMk id="382" creationId="{A9CC2A93-B7F6-B345-872C-F7632C3F4E1B}"/>
          </ac:spMkLst>
        </pc:spChg>
        <pc:spChg chg="add mod">
          <ac:chgData name="Junho Kwak" userId="62373a31-634f-41fb-ac46-b5d6e2c11b09" providerId="ADAL" clId="{763D4DEB-675D-4A7D-8AA1-F998C4F24B50}" dt="2025-04-28T12:23:09.954" v="3487" actId="1076"/>
          <ac:spMkLst>
            <pc:docMk/>
            <pc:sldMk cId="3224900526" sldId="663"/>
            <ac:spMk id="383" creationId="{015B7CE6-4E50-B2AE-B836-87B0CC792858}"/>
          </ac:spMkLst>
        </pc:spChg>
        <pc:spChg chg="add mod">
          <ac:chgData name="Junho Kwak" userId="62373a31-634f-41fb-ac46-b5d6e2c11b09" providerId="ADAL" clId="{763D4DEB-675D-4A7D-8AA1-F998C4F24B50}" dt="2025-04-28T12:22:56.052" v="3485" actId="12788"/>
          <ac:spMkLst>
            <pc:docMk/>
            <pc:sldMk cId="3224900526" sldId="663"/>
            <ac:spMk id="384" creationId="{BE223478-88A9-5FEF-F37E-F53CC3CFBF6B}"/>
          </ac:spMkLst>
        </pc:spChg>
        <pc:spChg chg="add mod">
          <ac:chgData name="Junho Kwak" userId="62373a31-634f-41fb-ac46-b5d6e2c11b09" providerId="ADAL" clId="{763D4DEB-675D-4A7D-8AA1-F998C4F24B50}" dt="2025-04-28T16:08:27.957" v="4344" actId="14100"/>
          <ac:spMkLst>
            <pc:docMk/>
            <pc:sldMk cId="3224900526" sldId="663"/>
            <ac:spMk id="385" creationId="{8C842E46-0DC7-BD49-1D6F-95B586A8E92C}"/>
          </ac:spMkLst>
        </pc:spChg>
        <pc:spChg chg="add mod">
          <ac:chgData name="Junho Kwak" userId="62373a31-634f-41fb-ac46-b5d6e2c11b09" providerId="ADAL" clId="{763D4DEB-675D-4A7D-8AA1-F998C4F24B50}" dt="2025-04-28T16:08:27.957" v="4344" actId="14100"/>
          <ac:spMkLst>
            <pc:docMk/>
            <pc:sldMk cId="3224900526" sldId="663"/>
            <ac:spMk id="386" creationId="{40AF859B-5612-D633-899A-F07A470F6DAD}"/>
          </ac:spMkLst>
        </pc:spChg>
        <pc:spChg chg="add mod">
          <ac:chgData name="Junho Kwak" userId="62373a31-634f-41fb-ac46-b5d6e2c11b09" providerId="ADAL" clId="{763D4DEB-675D-4A7D-8AA1-F998C4F24B50}" dt="2025-04-28T16:09:29.019" v="4349" actId="1076"/>
          <ac:spMkLst>
            <pc:docMk/>
            <pc:sldMk cId="3224900526" sldId="663"/>
            <ac:spMk id="387" creationId="{72CE55F0-CB2A-F0FD-F918-350EB3AAE931}"/>
          </ac:spMkLst>
        </pc:spChg>
        <pc:spChg chg="add mod">
          <ac:chgData name="Junho Kwak" userId="62373a31-634f-41fb-ac46-b5d6e2c11b09" providerId="ADAL" clId="{763D4DEB-675D-4A7D-8AA1-F998C4F24B50}" dt="2025-04-28T12:24:05.592" v="3493" actId="14100"/>
          <ac:spMkLst>
            <pc:docMk/>
            <pc:sldMk cId="3224900526" sldId="663"/>
            <ac:spMk id="388" creationId="{2FA80F4A-B7E4-FA05-19E1-911A9AA75E56}"/>
          </ac:spMkLst>
        </pc:spChg>
        <pc:spChg chg="add mod">
          <ac:chgData name="Junho Kwak" userId="62373a31-634f-41fb-ac46-b5d6e2c11b09" providerId="ADAL" clId="{763D4DEB-675D-4A7D-8AA1-F998C4F24B50}" dt="2025-04-28T12:24:05.592" v="3493" actId="14100"/>
          <ac:spMkLst>
            <pc:docMk/>
            <pc:sldMk cId="3224900526" sldId="663"/>
            <ac:spMk id="389" creationId="{6CD81E32-2F5E-8FA9-3CCD-1EA70B5FEB3A}"/>
          </ac:spMkLst>
        </pc:spChg>
        <pc:spChg chg="add mod">
          <ac:chgData name="Junho Kwak" userId="62373a31-634f-41fb-ac46-b5d6e2c11b09" providerId="ADAL" clId="{763D4DEB-675D-4A7D-8AA1-F998C4F24B50}" dt="2025-04-28T12:24:05.592" v="3493" actId="14100"/>
          <ac:spMkLst>
            <pc:docMk/>
            <pc:sldMk cId="3224900526" sldId="663"/>
            <ac:spMk id="390" creationId="{BCB47360-8E84-6BEC-47F9-0F81C6A03854}"/>
          </ac:spMkLst>
        </pc:spChg>
        <pc:spChg chg="add mod">
          <ac:chgData name="Junho Kwak" userId="62373a31-634f-41fb-ac46-b5d6e2c11b09" providerId="ADAL" clId="{763D4DEB-675D-4A7D-8AA1-F998C4F24B50}" dt="2025-04-28T12:24:25.693" v="3497" actId="14100"/>
          <ac:spMkLst>
            <pc:docMk/>
            <pc:sldMk cId="3224900526" sldId="663"/>
            <ac:spMk id="391" creationId="{FBF42308-C991-3E3D-15AF-CD63B9C83682}"/>
          </ac:spMkLst>
        </pc:spChg>
        <pc:spChg chg="add mod">
          <ac:chgData name="Junho Kwak" userId="62373a31-634f-41fb-ac46-b5d6e2c11b09" providerId="ADAL" clId="{763D4DEB-675D-4A7D-8AA1-F998C4F24B50}" dt="2025-04-28T12:24:21.728" v="3496" actId="14100"/>
          <ac:spMkLst>
            <pc:docMk/>
            <pc:sldMk cId="3224900526" sldId="663"/>
            <ac:spMk id="392" creationId="{B4FF4F93-ECE1-441E-C5D1-CB69E9BFE5F7}"/>
          </ac:spMkLst>
        </pc:spChg>
        <pc:spChg chg="add mod">
          <ac:chgData name="Junho Kwak" userId="62373a31-634f-41fb-ac46-b5d6e2c11b09" providerId="ADAL" clId="{763D4DEB-675D-4A7D-8AA1-F998C4F24B50}" dt="2025-04-28T12:45:02.673" v="3768" actId="207"/>
          <ac:spMkLst>
            <pc:docMk/>
            <pc:sldMk cId="3224900526" sldId="663"/>
            <ac:spMk id="393" creationId="{8BD21EEC-FDE5-2411-97E8-5D939242EF5C}"/>
          </ac:spMkLst>
        </pc:spChg>
        <pc:spChg chg="add mod">
          <ac:chgData name="Junho Kwak" userId="62373a31-634f-41fb-ac46-b5d6e2c11b09" providerId="ADAL" clId="{763D4DEB-675D-4A7D-8AA1-F998C4F24B50}" dt="2025-04-28T12:31:46.134" v="3613" actId="1076"/>
          <ac:spMkLst>
            <pc:docMk/>
            <pc:sldMk cId="3224900526" sldId="663"/>
            <ac:spMk id="394" creationId="{6593C2AC-B90C-B738-AFD8-7639632C3119}"/>
          </ac:spMkLst>
        </pc:spChg>
        <pc:spChg chg="add mod">
          <ac:chgData name="Junho Kwak" userId="62373a31-634f-41fb-ac46-b5d6e2c11b09" providerId="ADAL" clId="{763D4DEB-675D-4A7D-8AA1-F998C4F24B50}" dt="2025-04-28T12:44:57.625" v="3767" actId="207"/>
          <ac:spMkLst>
            <pc:docMk/>
            <pc:sldMk cId="3224900526" sldId="663"/>
            <ac:spMk id="395" creationId="{0AA7B2F8-3393-9232-7C67-CC69DFD9D8AC}"/>
          </ac:spMkLst>
        </pc:spChg>
        <pc:grpChg chg="add mod">
          <ac:chgData name="Junho Kwak" userId="62373a31-634f-41fb-ac46-b5d6e2c11b09" providerId="ADAL" clId="{763D4DEB-675D-4A7D-8AA1-F998C4F24B50}" dt="2025-04-28T12:12:34.217" v="3388" actId="1076"/>
          <ac:grpSpMkLst>
            <pc:docMk/>
            <pc:sldMk cId="3224900526" sldId="663"/>
            <ac:grpSpMk id="348" creationId="{D94C73B2-8D7E-497D-F15E-73130B27DB8F}"/>
          </ac:grpSpMkLst>
        </pc:grpChg>
        <pc:grpChg chg="add mod">
          <ac:chgData name="Junho Kwak" userId="62373a31-634f-41fb-ac46-b5d6e2c11b09" providerId="ADAL" clId="{763D4DEB-675D-4A7D-8AA1-F998C4F24B50}" dt="2025-04-28T12:17:54.428" v="3424" actId="1076"/>
          <ac:grpSpMkLst>
            <pc:docMk/>
            <pc:sldMk cId="3224900526" sldId="663"/>
            <ac:grpSpMk id="365" creationId="{97B8095A-78BE-27A6-CA97-C5B6192A6C49}"/>
          </ac:grpSpMkLst>
        </pc:grpChg>
      </pc:sldChg>
      <pc:sldChg chg="del">
        <pc:chgData name="Junho Kwak" userId="62373a31-634f-41fb-ac46-b5d6e2c11b09" providerId="ADAL" clId="{763D4DEB-675D-4A7D-8AA1-F998C4F24B50}" dt="2025-04-27T16:57:39.663" v="193" actId="47"/>
        <pc:sldMkLst>
          <pc:docMk/>
          <pc:sldMk cId="4179242685" sldId="663"/>
        </pc:sldMkLst>
      </pc:sldChg>
      <pc:sldChg chg="del">
        <pc:chgData name="Junho Kwak" userId="62373a31-634f-41fb-ac46-b5d6e2c11b09" providerId="ADAL" clId="{763D4DEB-675D-4A7D-8AA1-F998C4F24B50}" dt="2025-04-27T16:57:39.663" v="193" actId="47"/>
        <pc:sldMkLst>
          <pc:docMk/>
          <pc:sldMk cId="1719260960" sldId="664"/>
        </pc:sldMkLst>
      </pc:sldChg>
      <pc:sldChg chg="addSp delSp modSp add mod">
        <pc:chgData name="Junho Kwak" userId="62373a31-634f-41fb-ac46-b5d6e2c11b09" providerId="ADAL" clId="{763D4DEB-675D-4A7D-8AA1-F998C4F24B50}" dt="2025-05-09T00:46:23.579" v="6976" actId="1076"/>
        <pc:sldMkLst>
          <pc:docMk/>
          <pc:sldMk cId="2500206232" sldId="664"/>
        </pc:sldMkLst>
        <pc:spChg chg="mod">
          <ac:chgData name="Junho Kwak" userId="62373a31-634f-41fb-ac46-b5d6e2c11b09" providerId="ADAL" clId="{763D4DEB-675D-4A7D-8AA1-F998C4F24B50}" dt="2025-04-27T17:23:07.599" v="1190" actId="20577"/>
          <ac:spMkLst>
            <pc:docMk/>
            <pc:sldMk cId="2500206232" sldId="664"/>
            <ac:spMk id="3" creationId="{32C68BBF-5030-3808-AC3D-190C36DBFEDD}"/>
          </ac:spMkLst>
        </pc:spChg>
        <pc:spChg chg="add del">
          <ac:chgData name="Junho Kwak" userId="62373a31-634f-41fb-ac46-b5d6e2c11b09" providerId="ADAL" clId="{763D4DEB-675D-4A7D-8AA1-F998C4F24B50}" dt="2025-05-09T00:45:55.201" v="6969" actId="478"/>
          <ac:spMkLst>
            <pc:docMk/>
            <pc:sldMk cId="2500206232" sldId="664"/>
            <ac:spMk id="5" creationId="{F522B22A-8177-8981-F983-74D30514C27D}"/>
          </ac:spMkLst>
        </pc:spChg>
        <pc:picChg chg="add mod">
          <ac:chgData name="Junho Kwak" userId="62373a31-634f-41fb-ac46-b5d6e2c11b09" providerId="ADAL" clId="{763D4DEB-675D-4A7D-8AA1-F998C4F24B50}" dt="2025-05-09T00:46:23.579" v="6976" actId="1076"/>
          <ac:picMkLst>
            <pc:docMk/>
            <pc:sldMk cId="2500206232" sldId="664"/>
            <ac:picMk id="7" creationId="{C677AF4A-D23C-B5AC-783A-DCEF9D69A415}"/>
          </ac:picMkLst>
        </pc:picChg>
        <pc:picChg chg="add del mod">
          <ac:chgData name="Junho Kwak" userId="62373a31-634f-41fb-ac46-b5d6e2c11b09" providerId="ADAL" clId="{763D4DEB-675D-4A7D-8AA1-F998C4F24B50}" dt="2025-05-09T00:46:21.247" v="6975" actId="478"/>
          <ac:picMkLst>
            <pc:docMk/>
            <pc:sldMk cId="2500206232" sldId="664"/>
            <ac:picMk id="37" creationId="{0B7E4618-7C30-8EE5-C024-D4C5AA50F44A}"/>
          </ac:picMkLst>
        </pc:picChg>
      </pc:sldChg>
      <pc:sldChg chg="del">
        <pc:chgData name="Junho Kwak" userId="62373a31-634f-41fb-ac46-b5d6e2c11b09" providerId="ADAL" clId="{763D4DEB-675D-4A7D-8AA1-F998C4F24B50}" dt="2025-04-27T16:57:39.663" v="193" actId="47"/>
        <pc:sldMkLst>
          <pc:docMk/>
          <pc:sldMk cId="1567153880" sldId="665"/>
        </pc:sldMkLst>
      </pc:sldChg>
      <pc:sldChg chg="addSp delSp modSp add mod">
        <pc:chgData name="Junho Kwak" userId="62373a31-634f-41fb-ac46-b5d6e2c11b09" providerId="ADAL" clId="{763D4DEB-675D-4A7D-8AA1-F998C4F24B50}" dt="2025-05-09T01:51:03.993" v="6986" actId="20577"/>
        <pc:sldMkLst>
          <pc:docMk/>
          <pc:sldMk cId="3251298244" sldId="665"/>
        </pc:sldMkLst>
        <pc:spChg chg="mod">
          <ac:chgData name="Junho Kwak" userId="62373a31-634f-41fb-ac46-b5d6e2c11b09" providerId="ADAL" clId="{763D4DEB-675D-4A7D-8AA1-F998C4F24B50}" dt="2025-04-28T12:32:29.594" v="3635" actId="20577"/>
          <ac:spMkLst>
            <pc:docMk/>
            <pc:sldMk cId="3251298244" sldId="665"/>
            <ac:spMk id="3" creationId="{CC274C7D-7E26-77E5-4E55-E35FFBEE72AB}"/>
          </ac:spMkLst>
        </pc:spChg>
        <pc:spChg chg="add mod topLvl">
          <ac:chgData name="Junho Kwak" userId="62373a31-634f-41fb-ac46-b5d6e2c11b09" providerId="ADAL" clId="{763D4DEB-675D-4A7D-8AA1-F998C4F24B50}" dt="2025-04-30T06:46:16.968" v="5697" actId="165"/>
          <ac:spMkLst>
            <pc:docMk/>
            <pc:sldMk cId="3251298244" sldId="665"/>
            <ac:spMk id="4" creationId="{982C31C6-78B8-2904-59B0-C048F2C92659}"/>
          </ac:spMkLst>
        </pc:spChg>
        <pc:spChg chg="add mod topLvl">
          <ac:chgData name="Junho Kwak" userId="62373a31-634f-41fb-ac46-b5d6e2c11b09" providerId="ADAL" clId="{763D4DEB-675D-4A7D-8AA1-F998C4F24B50}" dt="2025-05-09T01:50:54.661" v="6984" actId="20577"/>
          <ac:spMkLst>
            <pc:docMk/>
            <pc:sldMk cId="3251298244" sldId="665"/>
            <ac:spMk id="5" creationId="{D05ED8E9-8AD2-8F27-9840-FF1EFF48A35F}"/>
          </ac:spMkLst>
        </pc:spChg>
        <pc:spChg chg="add mod topLvl">
          <ac:chgData name="Junho Kwak" userId="62373a31-634f-41fb-ac46-b5d6e2c11b09" providerId="ADAL" clId="{763D4DEB-675D-4A7D-8AA1-F998C4F24B50}" dt="2025-05-09T01:51:03.993" v="6986" actId="20577"/>
          <ac:spMkLst>
            <pc:docMk/>
            <pc:sldMk cId="3251298244" sldId="665"/>
            <ac:spMk id="6" creationId="{BA16D556-8B02-F384-AB85-7313228C8866}"/>
          </ac:spMkLst>
        </pc:spChg>
        <pc:spChg chg="add mod topLvl">
          <ac:chgData name="Junho Kwak" userId="62373a31-634f-41fb-ac46-b5d6e2c11b09" providerId="ADAL" clId="{763D4DEB-675D-4A7D-8AA1-F998C4F24B50}" dt="2025-05-09T01:51:00.014" v="6985"/>
          <ac:spMkLst>
            <pc:docMk/>
            <pc:sldMk cId="3251298244" sldId="665"/>
            <ac:spMk id="7" creationId="{C33102B8-E934-D617-BA46-6822375C3FD7}"/>
          </ac:spMkLst>
        </pc:spChg>
      </pc:sldChg>
      <pc:sldChg chg="del">
        <pc:chgData name="Junho Kwak" userId="62373a31-634f-41fb-ac46-b5d6e2c11b09" providerId="ADAL" clId="{763D4DEB-675D-4A7D-8AA1-F998C4F24B50}" dt="2025-04-27T16:57:39.663" v="193" actId="47"/>
        <pc:sldMkLst>
          <pc:docMk/>
          <pc:sldMk cId="750088067" sldId="666"/>
        </pc:sldMkLst>
      </pc:sldChg>
      <pc:sldChg chg="addSp delSp modSp add mod">
        <pc:chgData name="Junho Kwak" userId="62373a31-634f-41fb-ac46-b5d6e2c11b09" providerId="ADAL" clId="{763D4DEB-675D-4A7D-8AA1-F998C4F24B50}" dt="2025-04-30T06:46:47.806" v="5708" actId="1076"/>
        <pc:sldMkLst>
          <pc:docMk/>
          <pc:sldMk cId="2695019341" sldId="666"/>
        </pc:sldMkLst>
        <pc:spChg chg="mod">
          <ac:chgData name="Junho Kwak" userId="62373a31-634f-41fb-ac46-b5d6e2c11b09" providerId="ADAL" clId="{763D4DEB-675D-4A7D-8AA1-F998C4F24B50}" dt="2025-04-28T19:35:29.052" v="4899" actId="20577"/>
          <ac:spMkLst>
            <pc:docMk/>
            <pc:sldMk cId="2695019341" sldId="666"/>
            <ac:spMk id="3" creationId="{6A5D3311-3BCB-BB72-9085-57E247AFBF37}"/>
          </ac:spMkLst>
        </pc:spChg>
        <pc:spChg chg="add mod">
          <ac:chgData name="Junho Kwak" userId="62373a31-634f-41fb-ac46-b5d6e2c11b09" providerId="ADAL" clId="{763D4DEB-675D-4A7D-8AA1-F998C4F24B50}" dt="2025-04-29T06:10:21.046" v="5253" actId="120"/>
          <ac:spMkLst>
            <pc:docMk/>
            <pc:sldMk cId="2695019341" sldId="666"/>
            <ac:spMk id="6" creationId="{9802099C-9239-6B66-D687-627CEF25F55D}"/>
          </ac:spMkLst>
        </pc:spChg>
        <pc:spChg chg="add mod">
          <ac:chgData name="Junho Kwak" userId="62373a31-634f-41fb-ac46-b5d6e2c11b09" providerId="ADAL" clId="{763D4DEB-675D-4A7D-8AA1-F998C4F24B50}" dt="2025-04-29T06:10:40.430" v="5260" actId="1076"/>
          <ac:spMkLst>
            <pc:docMk/>
            <pc:sldMk cId="2695019341" sldId="666"/>
            <ac:spMk id="11" creationId="{5EDFBEDB-9725-51F6-214C-D55BDF13FDF8}"/>
          </ac:spMkLst>
        </pc:spChg>
        <pc:spChg chg="add mod">
          <ac:chgData name="Junho Kwak" userId="62373a31-634f-41fb-ac46-b5d6e2c11b09" providerId="ADAL" clId="{763D4DEB-675D-4A7D-8AA1-F998C4F24B50}" dt="2025-04-29T06:10:37.366" v="5259" actId="1076"/>
          <ac:spMkLst>
            <pc:docMk/>
            <pc:sldMk cId="2695019341" sldId="666"/>
            <ac:spMk id="12" creationId="{C5C8BA09-E3EE-38F4-979B-3B153D59E8E9}"/>
          </ac:spMkLst>
        </pc:spChg>
        <pc:spChg chg="add mod">
          <ac:chgData name="Junho Kwak" userId="62373a31-634f-41fb-ac46-b5d6e2c11b09" providerId="ADAL" clId="{763D4DEB-675D-4A7D-8AA1-F998C4F24B50}" dt="2025-04-29T06:10:43.718" v="5261" actId="1076"/>
          <ac:spMkLst>
            <pc:docMk/>
            <pc:sldMk cId="2695019341" sldId="666"/>
            <ac:spMk id="13" creationId="{9E020250-C0F9-5E2F-DBF2-6EA4702478D5}"/>
          </ac:spMkLst>
        </pc:spChg>
        <pc:spChg chg="add mod">
          <ac:chgData name="Junho Kwak" userId="62373a31-634f-41fb-ac46-b5d6e2c11b09" providerId="ADAL" clId="{763D4DEB-675D-4A7D-8AA1-F998C4F24B50}" dt="2025-04-30T06:46:33.812" v="5704" actId="20577"/>
          <ac:spMkLst>
            <pc:docMk/>
            <pc:sldMk cId="2695019341" sldId="666"/>
            <ac:spMk id="14" creationId="{EB13982C-4AB5-2816-E20E-82A9E58E0531}"/>
          </ac:spMkLst>
        </pc:spChg>
        <pc:spChg chg="add mod">
          <ac:chgData name="Junho Kwak" userId="62373a31-634f-41fb-ac46-b5d6e2c11b09" providerId="ADAL" clId="{763D4DEB-675D-4A7D-8AA1-F998C4F24B50}" dt="2025-04-29T06:10:49.755" v="5263" actId="1076"/>
          <ac:spMkLst>
            <pc:docMk/>
            <pc:sldMk cId="2695019341" sldId="666"/>
            <ac:spMk id="15" creationId="{DD32E57C-4E0C-F4E2-AAB6-29F63C8D917D}"/>
          </ac:spMkLst>
        </pc:spChg>
        <pc:grpChg chg="add mod">
          <ac:chgData name="Junho Kwak" userId="62373a31-634f-41fb-ac46-b5d6e2c11b09" providerId="ADAL" clId="{763D4DEB-675D-4A7D-8AA1-F998C4F24B50}" dt="2025-04-30T06:46:47.806" v="5708" actId="1076"/>
          <ac:grpSpMkLst>
            <pc:docMk/>
            <pc:sldMk cId="2695019341" sldId="666"/>
            <ac:grpSpMk id="4" creationId="{55822A47-CD22-D27A-A07C-B0020AC263FB}"/>
          </ac:grpSpMkLst>
        </pc:grpChg>
        <pc:picChg chg="add mod">
          <ac:chgData name="Junho Kwak" userId="62373a31-634f-41fb-ac46-b5d6e2c11b09" providerId="ADAL" clId="{763D4DEB-675D-4A7D-8AA1-F998C4F24B50}" dt="2025-04-28T19:12:15.992" v="4791" actId="164"/>
          <ac:picMkLst>
            <pc:docMk/>
            <pc:sldMk cId="2695019341" sldId="666"/>
            <ac:picMk id="5" creationId="{20FA9BE3-822E-E861-4B6B-6D16B25B2E5B}"/>
          </ac:picMkLst>
        </pc:picChg>
        <pc:picChg chg="add mod">
          <ac:chgData name="Junho Kwak" userId="62373a31-634f-41fb-ac46-b5d6e2c11b09" providerId="ADAL" clId="{763D4DEB-675D-4A7D-8AA1-F998C4F24B50}" dt="2025-04-30T06:46:44.133" v="5707" actId="1076"/>
          <ac:picMkLst>
            <pc:docMk/>
            <pc:sldMk cId="2695019341" sldId="666"/>
            <ac:picMk id="7" creationId="{62834FDB-AB7A-A7DB-EBDE-756EE8FCE852}"/>
          </ac:picMkLst>
        </pc:picChg>
      </pc:sldChg>
      <pc:sldChg chg="addSp delSp modSp add mod">
        <pc:chgData name="Junho Kwak" userId="62373a31-634f-41fb-ac46-b5d6e2c11b09" providerId="ADAL" clId="{763D4DEB-675D-4A7D-8AA1-F998C4F24B50}" dt="2025-05-09T02:52:02.570" v="7149" actId="20577"/>
        <pc:sldMkLst>
          <pc:docMk/>
          <pc:sldMk cId="387614178" sldId="667"/>
        </pc:sldMkLst>
        <pc:spChg chg="mod">
          <ac:chgData name="Junho Kwak" userId="62373a31-634f-41fb-ac46-b5d6e2c11b09" providerId="ADAL" clId="{763D4DEB-675D-4A7D-8AA1-F998C4F24B50}" dt="2025-04-30T06:48:40.541" v="5776" actId="20577"/>
          <ac:spMkLst>
            <pc:docMk/>
            <pc:sldMk cId="387614178" sldId="667"/>
            <ac:spMk id="3" creationId="{F04DC4EF-8C1A-A4CA-0D59-6D835A973533}"/>
          </ac:spMkLst>
        </pc:spChg>
        <pc:spChg chg="add mod">
          <ac:chgData name="Junho Kwak" userId="62373a31-634f-41fb-ac46-b5d6e2c11b09" providerId="ADAL" clId="{763D4DEB-675D-4A7D-8AA1-F998C4F24B50}" dt="2025-05-09T02:51:34.387" v="7142" actId="1076"/>
          <ac:spMkLst>
            <pc:docMk/>
            <pc:sldMk cId="387614178" sldId="667"/>
            <ac:spMk id="4" creationId="{4876C14A-0DE2-996B-D96B-4217AAE9FDE0}"/>
          </ac:spMkLst>
        </pc:spChg>
        <pc:spChg chg="add mod">
          <ac:chgData name="Junho Kwak" userId="62373a31-634f-41fb-ac46-b5d6e2c11b09" providerId="ADAL" clId="{763D4DEB-675D-4A7D-8AA1-F998C4F24B50}" dt="2025-05-09T02:52:02.570" v="7149" actId="20577"/>
          <ac:spMkLst>
            <pc:docMk/>
            <pc:sldMk cId="387614178" sldId="667"/>
            <ac:spMk id="5" creationId="{EF7D8892-AD88-D77D-5CA8-06BEE29C77BA}"/>
          </ac:spMkLst>
        </pc:spChg>
        <pc:picChg chg="add mod">
          <ac:chgData name="Junho Kwak" userId="62373a31-634f-41fb-ac46-b5d6e2c11b09" providerId="ADAL" clId="{763D4DEB-675D-4A7D-8AA1-F998C4F24B50}" dt="2025-04-30T06:49:19.482" v="5786" actId="692"/>
          <ac:picMkLst>
            <pc:docMk/>
            <pc:sldMk cId="387614178" sldId="667"/>
            <ac:picMk id="17" creationId="{EC07FCFB-5E5E-0BA5-4562-D5C5478A7FD9}"/>
          </ac:picMkLst>
        </pc:picChg>
        <pc:picChg chg="add mod">
          <ac:chgData name="Junho Kwak" userId="62373a31-634f-41fb-ac46-b5d6e2c11b09" providerId="ADAL" clId="{763D4DEB-675D-4A7D-8AA1-F998C4F24B50}" dt="2025-04-30T06:49:19.482" v="5786" actId="692"/>
          <ac:picMkLst>
            <pc:docMk/>
            <pc:sldMk cId="387614178" sldId="667"/>
            <ac:picMk id="19" creationId="{1E8D2B1C-D502-520F-802C-CD5FEBCE940E}"/>
          </ac:picMkLst>
        </pc:picChg>
        <pc:picChg chg="add mod">
          <ac:chgData name="Junho Kwak" userId="62373a31-634f-41fb-ac46-b5d6e2c11b09" providerId="ADAL" clId="{763D4DEB-675D-4A7D-8AA1-F998C4F24B50}" dt="2025-05-09T02:50:45.876" v="7123" actId="1076"/>
          <ac:picMkLst>
            <pc:docMk/>
            <pc:sldMk cId="387614178" sldId="667"/>
            <ac:picMk id="21" creationId="{5B208A7D-E30D-450E-B716-4ADCBD75B9ED}"/>
          </ac:picMkLst>
        </pc:picChg>
        <pc:picChg chg="add mod">
          <ac:chgData name="Junho Kwak" userId="62373a31-634f-41fb-ac46-b5d6e2c11b09" providerId="ADAL" clId="{763D4DEB-675D-4A7D-8AA1-F998C4F24B50}" dt="2025-04-30T06:49:19.482" v="5786" actId="692"/>
          <ac:picMkLst>
            <pc:docMk/>
            <pc:sldMk cId="387614178" sldId="667"/>
            <ac:picMk id="24" creationId="{ED1AF048-8947-B8D5-5328-65C1EEF1A091}"/>
          </ac:picMkLst>
        </pc:picChg>
      </pc:sldChg>
      <pc:sldChg chg="del">
        <pc:chgData name="Junho Kwak" userId="62373a31-634f-41fb-ac46-b5d6e2c11b09" providerId="ADAL" clId="{763D4DEB-675D-4A7D-8AA1-F998C4F24B50}" dt="2025-04-27T16:57:39.663" v="193" actId="47"/>
        <pc:sldMkLst>
          <pc:docMk/>
          <pc:sldMk cId="2758055711" sldId="667"/>
        </pc:sldMkLst>
      </pc:sldChg>
      <pc:sldChg chg="addSp delSp modSp add mod">
        <pc:chgData name="Junho Kwak" userId="62373a31-634f-41fb-ac46-b5d6e2c11b09" providerId="ADAL" clId="{763D4DEB-675D-4A7D-8AA1-F998C4F24B50}" dt="2025-05-09T02:53:01.081" v="7166" actId="20577"/>
        <pc:sldMkLst>
          <pc:docMk/>
          <pc:sldMk cId="1949465736" sldId="668"/>
        </pc:sldMkLst>
        <pc:spChg chg="mod">
          <ac:chgData name="Junho Kwak" userId="62373a31-634f-41fb-ac46-b5d6e2c11b09" providerId="ADAL" clId="{763D4DEB-675D-4A7D-8AA1-F998C4F24B50}" dt="2025-04-30T06:52:17.906" v="5938" actId="20577"/>
          <ac:spMkLst>
            <pc:docMk/>
            <pc:sldMk cId="1949465736" sldId="668"/>
            <ac:spMk id="3" creationId="{E1A8DC2D-1C13-A894-C71E-45B8E93F3CEF}"/>
          </ac:spMkLst>
        </pc:spChg>
        <pc:spChg chg="add mod">
          <ac:chgData name="Junho Kwak" userId="62373a31-634f-41fb-ac46-b5d6e2c11b09" providerId="ADAL" clId="{763D4DEB-675D-4A7D-8AA1-F998C4F24B50}" dt="2025-05-09T02:52:42.708" v="7158" actId="20577"/>
          <ac:spMkLst>
            <pc:docMk/>
            <pc:sldMk cId="1949465736" sldId="668"/>
            <ac:spMk id="5" creationId="{79183D8C-6610-9ECD-F2A4-5FAC4D7215DF}"/>
          </ac:spMkLst>
        </pc:spChg>
        <pc:spChg chg="add mod">
          <ac:chgData name="Junho Kwak" userId="62373a31-634f-41fb-ac46-b5d6e2c11b09" providerId="ADAL" clId="{763D4DEB-675D-4A7D-8AA1-F998C4F24B50}" dt="2025-05-09T02:53:01.081" v="7166" actId="20577"/>
          <ac:spMkLst>
            <pc:docMk/>
            <pc:sldMk cId="1949465736" sldId="668"/>
            <ac:spMk id="8" creationId="{CA42774E-38F7-C478-BB66-BC254ACBA925}"/>
          </ac:spMkLst>
        </pc:spChg>
        <pc:picChg chg="add mod">
          <ac:chgData name="Junho Kwak" userId="62373a31-634f-41fb-ac46-b5d6e2c11b09" providerId="ADAL" clId="{763D4DEB-675D-4A7D-8AA1-F998C4F24B50}" dt="2025-04-30T06:50:55.866" v="5844" actId="1076"/>
          <ac:picMkLst>
            <pc:docMk/>
            <pc:sldMk cId="1949465736" sldId="668"/>
            <ac:picMk id="4" creationId="{EEE39479-7EBF-6FDC-48EA-5E27D7A2BB88}"/>
          </ac:picMkLst>
        </pc:picChg>
        <pc:picChg chg="add mod">
          <ac:chgData name="Junho Kwak" userId="62373a31-634f-41fb-ac46-b5d6e2c11b09" providerId="ADAL" clId="{763D4DEB-675D-4A7D-8AA1-F998C4F24B50}" dt="2025-04-30T06:51:03.913" v="5846" actId="1076"/>
          <ac:picMkLst>
            <pc:docMk/>
            <pc:sldMk cId="1949465736" sldId="668"/>
            <ac:picMk id="6" creationId="{C52DE40E-BF38-6888-2507-46ED4AA088DB}"/>
          </ac:picMkLst>
        </pc:picChg>
        <pc:picChg chg="add mod">
          <ac:chgData name="Junho Kwak" userId="62373a31-634f-41fb-ac46-b5d6e2c11b09" providerId="ADAL" clId="{763D4DEB-675D-4A7D-8AA1-F998C4F24B50}" dt="2025-04-30T06:51:19.768" v="5854" actId="1076"/>
          <ac:picMkLst>
            <pc:docMk/>
            <pc:sldMk cId="1949465736" sldId="668"/>
            <ac:picMk id="7" creationId="{21F9E61F-74B2-4DA0-420D-A622ED21BE73}"/>
          </ac:picMkLst>
        </pc:picChg>
        <pc:picChg chg="add mod">
          <ac:chgData name="Junho Kwak" userId="62373a31-634f-41fb-ac46-b5d6e2c11b09" providerId="ADAL" clId="{763D4DEB-675D-4A7D-8AA1-F998C4F24B50}" dt="2025-04-30T06:51:28.746" v="5856" actId="1076"/>
          <ac:picMkLst>
            <pc:docMk/>
            <pc:sldMk cId="1949465736" sldId="668"/>
            <ac:picMk id="9" creationId="{CBEF17D5-E651-A528-7DD4-560BB1DE000F}"/>
          </ac:picMkLst>
        </pc:picChg>
      </pc:sldChg>
      <pc:sldChg chg="del">
        <pc:chgData name="Junho Kwak" userId="62373a31-634f-41fb-ac46-b5d6e2c11b09" providerId="ADAL" clId="{763D4DEB-675D-4A7D-8AA1-F998C4F24B50}" dt="2025-04-27T16:57:39.663" v="193" actId="47"/>
        <pc:sldMkLst>
          <pc:docMk/>
          <pc:sldMk cId="1961304607" sldId="668"/>
        </pc:sldMkLst>
      </pc:sldChg>
      <pc:sldChg chg="addSp delSp modSp add mod">
        <pc:chgData name="Junho Kwak" userId="62373a31-634f-41fb-ac46-b5d6e2c11b09" providerId="ADAL" clId="{763D4DEB-675D-4A7D-8AA1-F998C4F24B50}" dt="2025-04-28T18:51:20.764" v="4751" actId="20577"/>
        <pc:sldMkLst>
          <pc:docMk/>
          <pc:sldMk cId="2027693167" sldId="669"/>
        </pc:sldMkLst>
        <pc:spChg chg="mod">
          <ac:chgData name="Junho Kwak" userId="62373a31-634f-41fb-ac46-b5d6e2c11b09" providerId="ADAL" clId="{763D4DEB-675D-4A7D-8AA1-F998C4F24B50}" dt="2025-04-28T12:33:26.743" v="3687" actId="20577"/>
          <ac:spMkLst>
            <pc:docMk/>
            <pc:sldMk cId="2027693167" sldId="669"/>
            <ac:spMk id="3" creationId="{551DB5C0-25CF-5085-5EC2-69135F8D62E8}"/>
          </ac:spMkLst>
        </pc:spChg>
        <pc:spChg chg="mod topLvl">
          <ac:chgData name="Junho Kwak" userId="62373a31-634f-41fb-ac46-b5d6e2c11b09" providerId="ADAL" clId="{763D4DEB-675D-4A7D-8AA1-F998C4F24B50}" dt="2025-04-28T15:42:43.778" v="4105" actId="164"/>
          <ac:spMkLst>
            <pc:docMk/>
            <pc:sldMk cId="2027693167" sldId="669"/>
            <ac:spMk id="4" creationId="{06D4FC69-B216-071D-8B33-067958C59006}"/>
          </ac:spMkLst>
        </pc:spChg>
        <pc:spChg chg="mod topLvl">
          <ac:chgData name="Junho Kwak" userId="62373a31-634f-41fb-ac46-b5d6e2c11b09" providerId="ADAL" clId="{763D4DEB-675D-4A7D-8AA1-F998C4F24B50}" dt="2025-04-28T15:48:12.949" v="4174" actId="165"/>
          <ac:spMkLst>
            <pc:docMk/>
            <pc:sldMk cId="2027693167" sldId="669"/>
            <ac:spMk id="5" creationId="{90D720F8-CD26-AEF9-2505-838A7F349692}"/>
          </ac:spMkLst>
        </pc:spChg>
        <pc:spChg chg="mod topLvl">
          <ac:chgData name="Junho Kwak" userId="62373a31-634f-41fb-ac46-b5d6e2c11b09" providerId="ADAL" clId="{763D4DEB-675D-4A7D-8AA1-F998C4F24B50}" dt="2025-04-28T15:48:12.949" v="4174" actId="165"/>
          <ac:spMkLst>
            <pc:docMk/>
            <pc:sldMk cId="2027693167" sldId="669"/>
            <ac:spMk id="6" creationId="{6DFC376B-3BE2-6E9F-F5BA-7847284B4C85}"/>
          </ac:spMkLst>
        </pc:spChg>
        <pc:spChg chg="mod topLvl">
          <ac:chgData name="Junho Kwak" userId="62373a31-634f-41fb-ac46-b5d6e2c11b09" providerId="ADAL" clId="{763D4DEB-675D-4A7D-8AA1-F998C4F24B50}" dt="2025-04-28T15:48:12.949" v="4174" actId="165"/>
          <ac:spMkLst>
            <pc:docMk/>
            <pc:sldMk cId="2027693167" sldId="669"/>
            <ac:spMk id="7" creationId="{78EA81F4-F559-EDE9-FDFA-E6DF43F61202}"/>
          </ac:spMkLst>
        </pc:spChg>
        <pc:spChg chg="mod">
          <ac:chgData name="Junho Kwak" userId="62373a31-634f-41fb-ac46-b5d6e2c11b09" providerId="ADAL" clId="{763D4DEB-675D-4A7D-8AA1-F998C4F24B50}" dt="2025-04-28T15:48:12.949" v="4174" actId="165"/>
          <ac:spMkLst>
            <pc:docMk/>
            <pc:sldMk cId="2027693167" sldId="669"/>
            <ac:spMk id="8" creationId="{C5E5382B-8529-3D8E-EA7A-2169C2D5DDD4}"/>
          </ac:spMkLst>
        </pc:spChg>
        <pc:spChg chg="mod topLvl">
          <ac:chgData name="Junho Kwak" userId="62373a31-634f-41fb-ac46-b5d6e2c11b09" providerId="ADAL" clId="{763D4DEB-675D-4A7D-8AA1-F998C4F24B50}" dt="2025-04-28T15:58:04.675" v="4266" actId="165"/>
          <ac:spMkLst>
            <pc:docMk/>
            <pc:sldMk cId="2027693167" sldId="669"/>
            <ac:spMk id="9" creationId="{6A4349F5-2627-06C3-C9C4-66A79EF257DD}"/>
          </ac:spMkLst>
        </pc:spChg>
        <pc:spChg chg="mod">
          <ac:chgData name="Junho Kwak" userId="62373a31-634f-41fb-ac46-b5d6e2c11b09" providerId="ADAL" clId="{763D4DEB-675D-4A7D-8AA1-F998C4F24B50}" dt="2025-04-28T15:48:12.949" v="4174" actId="165"/>
          <ac:spMkLst>
            <pc:docMk/>
            <pc:sldMk cId="2027693167" sldId="669"/>
            <ac:spMk id="16" creationId="{8D813469-872F-7221-75D0-716E7DF575C1}"/>
          </ac:spMkLst>
        </pc:spChg>
        <pc:spChg chg="mod">
          <ac:chgData name="Junho Kwak" userId="62373a31-634f-41fb-ac46-b5d6e2c11b09" providerId="ADAL" clId="{763D4DEB-675D-4A7D-8AA1-F998C4F24B50}" dt="2025-04-28T15:42:43.778" v="4105" actId="164"/>
          <ac:spMkLst>
            <pc:docMk/>
            <pc:sldMk cId="2027693167" sldId="669"/>
            <ac:spMk id="17" creationId="{23E33AC6-EAED-CDCE-519C-9BEEE0C843DB}"/>
          </ac:spMkLst>
        </pc:spChg>
        <pc:spChg chg="mod">
          <ac:chgData name="Junho Kwak" userId="62373a31-634f-41fb-ac46-b5d6e2c11b09" providerId="ADAL" clId="{763D4DEB-675D-4A7D-8AA1-F998C4F24B50}" dt="2025-04-28T15:42:43.778" v="4105" actId="164"/>
          <ac:spMkLst>
            <pc:docMk/>
            <pc:sldMk cId="2027693167" sldId="669"/>
            <ac:spMk id="18" creationId="{93A407BB-D0B7-3101-E3B1-E6BD8EC4DBCF}"/>
          </ac:spMkLst>
        </pc:spChg>
        <pc:spChg chg="mod">
          <ac:chgData name="Junho Kwak" userId="62373a31-634f-41fb-ac46-b5d6e2c11b09" providerId="ADAL" clId="{763D4DEB-675D-4A7D-8AA1-F998C4F24B50}" dt="2025-04-28T15:42:43.778" v="4105" actId="164"/>
          <ac:spMkLst>
            <pc:docMk/>
            <pc:sldMk cId="2027693167" sldId="669"/>
            <ac:spMk id="19" creationId="{CC81F513-68A0-3C1A-3E13-CD00DA6A0884}"/>
          </ac:spMkLst>
        </pc:spChg>
        <pc:spChg chg="mod">
          <ac:chgData name="Junho Kwak" userId="62373a31-634f-41fb-ac46-b5d6e2c11b09" providerId="ADAL" clId="{763D4DEB-675D-4A7D-8AA1-F998C4F24B50}" dt="2025-04-28T15:55:43.604" v="4239" actId="165"/>
          <ac:spMkLst>
            <pc:docMk/>
            <pc:sldMk cId="2027693167" sldId="669"/>
            <ac:spMk id="20" creationId="{FE4FE04C-41E8-5246-44F1-D7D255C7B058}"/>
          </ac:spMkLst>
        </pc:spChg>
        <pc:spChg chg="mod">
          <ac:chgData name="Junho Kwak" userId="62373a31-634f-41fb-ac46-b5d6e2c11b09" providerId="ADAL" clId="{763D4DEB-675D-4A7D-8AA1-F998C4F24B50}" dt="2025-04-28T15:42:43.778" v="4105" actId="164"/>
          <ac:spMkLst>
            <pc:docMk/>
            <pc:sldMk cId="2027693167" sldId="669"/>
            <ac:spMk id="21" creationId="{50D71588-E795-4363-1684-6B415913D07F}"/>
          </ac:spMkLst>
        </pc:spChg>
        <pc:spChg chg="mod">
          <ac:chgData name="Junho Kwak" userId="62373a31-634f-41fb-ac46-b5d6e2c11b09" providerId="ADAL" clId="{763D4DEB-675D-4A7D-8AA1-F998C4F24B50}" dt="2025-04-28T15:42:41.763" v="4104" actId="164"/>
          <ac:spMkLst>
            <pc:docMk/>
            <pc:sldMk cId="2027693167" sldId="669"/>
            <ac:spMk id="40" creationId="{03B9BD44-9B2A-FB86-AEC8-9114524C838B}"/>
          </ac:spMkLst>
        </pc:spChg>
        <pc:spChg chg="mod">
          <ac:chgData name="Junho Kwak" userId="62373a31-634f-41fb-ac46-b5d6e2c11b09" providerId="ADAL" clId="{763D4DEB-675D-4A7D-8AA1-F998C4F24B50}" dt="2025-04-28T15:48:12.949" v="4174" actId="165"/>
          <ac:spMkLst>
            <pc:docMk/>
            <pc:sldMk cId="2027693167" sldId="669"/>
            <ac:spMk id="41" creationId="{74E7E647-DCD6-263B-9E59-7CB3D49F60F3}"/>
          </ac:spMkLst>
        </pc:spChg>
        <pc:spChg chg="mod topLvl">
          <ac:chgData name="Junho Kwak" userId="62373a31-634f-41fb-ac46-b5d6e2c11b09" providerId="ADAL" clId="{763D4DEB-675D-4A7D-8AA1-F998C4F24B50}" dt="2025-04-28T15:48:12.949" v="4174" actId="165"/>
          <ac:spMkLst>
            <pc:docMk/>
            <pc:sldMk cId="2027693167" sldId="669"/>
            <ac:spMk id="42" creationId="{8615955C-6D4B-6498-3E73-70752B3D0789}"/>
          </ac:spMkLst>
        </pc:spChg>
        <pc:spChg chg="mod topLvl">
          <ac:chgData name="Junho Kwak" userId="62373a31-634f-41fb-ac46-b5d6e2c11b09" providerId="ADAL" clId="{763D4DEB-675D-4A7D-8AA1-F998C4F24B50}" dt="2025-04-28T15:48:12.949" v="4174" actId="165"/>
          <ac:spMkLst>
            <pc:docMk/>
            <pc:sldMk cId="2027693167" sldId="669"/>
            <ac:spMk id="43" creationId="{5D34B61B-A91C-74F9-A560-CBCEECDB706C}"/>
          </ac:spMkLst>
        </pc:spChg>
        <pc:spChg chg="mod">
          <ac:chgData name="Junho Kwak" userId="62373a31-634f-41fb-ac46-b5d6e2c11b09" providerId="ADAL" clId="{763D4DEB-675D-4A7D-8AA1-F998C4F24B50}" dt="2025-04-28T15:42:41.763" v="4104" actId="164"/>
          <ac:spMkLst>
            <pc:docMk/>
            <pc:sldMk cId="2027693167" sldId="669"/>
            <ac:spMk id="44" creationId="{9DF56934-C6E6-9D1C-D73B-1BDDC07DF2C9}"/>
          </ac:spMkLst>
        </pc:spChg>
        <pc:spChg chg="mod">
          <ac:chgData name="Junho Kwak" userId="62373a31-634f-41fb-ac46-b5d6e2c11b09" providerId="ADAL" clId="{763D4DEB-675D-4A7D-8AA1-F998C4F24B50}" dt="2025-04-28T15:42:41.763" v="4104" actId="164"/>
          <ac:spMkLst>
            <pc:docMk/>
            <pc:sldMk cId="2027693167" sldId="669"/>
            <ac:spMk id="45" creationId="{C2BFB0CE-7732-BF92-FE1A-EAD58E47938A}"/>
          </ac:spMkLst>
        </pc:spChg>
        <pc:spChg chg="mod topLvl">
          <ac:chgData name="Junho Kwak" userId="62373a31-634f-41fb-ac46-b5d6e2c11b09" providerId="ADAL" clId="{763D4DEB-675D-4A7D-8AA1-F998C4F24B50}" dt="2025-04-28T16:11:05.801" v="4356" actId="165"/>
          <ac:spMkLst>
            <pc:docMk/>
            <pc:sldMk cId="2027693167" sldId="669"/>
            <ac:spMk id="151" creationId="{C1C64C64-098A-7815-3183-B11B03B68A18}"/>
          </ac:spMkLst>
        </pc:spChg>
        <pc:spChg chg="mod topLvl">
          <ac:chgData name="Junho Kwak" userId="62373a31-634f-41fb-ac46-b5d6e2c11b09" providerId="ADAL" clId="{763D4DEB-675D-4A7D-8AA1-F998C4F24B50}" dt="2025-04-28T16:01:30.232" v="4327" actId="164"/>
          <ac:spMkLst>
            <pc:docMk/>
            <pc:sldMk cId="2027693167" sldId="669"/>
            <ac:spMk id="152" creationId="{41EF48DB-865F-3A62-CA04-A52AC5D13273}"/>
          </ac:spMkLst>
        </pc:spChg>
        <pc:spChg chg="mod topLvl">
          <ac:chgData name="Junho Kwak" userId="62373a31-634f-41fb-ac46-b5d6e2c11b09" providerId="ADAL" clId="{763D4DEB-675D-4A7D-8AA1-F998C4F24B50}" dt="2025-04-28T16:01:30.232" v="4327" actId="164"/>
          <ac:spMkLst>
            <pc:docMk/>
            <pc:sldMk cId="2027693167" sldId="669"/>
            <ac:spMk id="153" creationId="{DC4AFBE6-9840-EE5F-40DB-CC954C2682A4}"/>
          </ac:spMkLst>
        </pc:spChg>
        <pc:spChg chg="mod topLvl">
          <ac:chgData name="Junho Kwak" userId="62373a31-634f-41fb-ac46-b5d6e2c11b09" providerId="ADAL" clId="{763D4DEB-675D-4A7D-8AA1-F998C4F24B50}" dt="2025-04-28T16:01:30.232" v="4327" actId="164"/>
          <ac:spMkLst>
            <pc:docMk/>
            <pc:sldMk cId="2027693167" sldId="669"/>
            <ac:spMk id="154" creationId="{564E2BEE-4905-3A7A-F865-B59CC0B097EA}"/>
          </ac:spMkLst>
        </pc:spChg>
        <pc:spChg chg="mod topLvl">
          <ac:chgData name="Junho Kwak" userId="62373a31-634f-41fb-ac46-b5d6e2c11b09" providerId="ADAL" clId="{763D4DEB-675D-4A7D-8AA1-F998C4F24B50}" dt="2025-04-28T16:01:30.232" v="4327" actId="164"/>
          <ac:spMkLst>
            <pc:docMk/>
            <pc:sldMk cId="2027693167" sldId="669"/>
            <ac:spMk id="155" creationId="{0619216E-4B99-AA92-5D5B-8DD9DB3B01B1}"/>
          </ac:spMkLst>
        </pc:spChg>
        <pc:spChg chg="add mod">
          <ac:chgData name="Junho Kwak" userId="62373a31-634f-41fb-ac46-b5d6e2c11b09" providerId="ADAL" clId="{763D4DEB-675D-4A7D-8AA1-F998C4F24B50}" dt="2025-04-28T16:01:37.861" v="4329" actId="465"/>
          <ac:spMkLst>
            <pc:docMk/>
            <pc:sldMk cId="2027693167" sldId="669"/>
            <ac:spMk id="404" creationId="{5D3BABA2-4B1C-D5F8-DD0A-397F43CC0A89}"/>
          </ac:spMkLst>
        </pc:spChg>
        <pc:spChg chg="add mod">
          <ac:chgData name="Junho Kwak" userId="62373a31-634f-41fb-ac46-b5d6e2c11b09" providerId="ADAL" clId="{763D4DEB-675D-4A7D-8AA1-F998C4F24B50}" dt="2025-04-28T16:02:04.007" v="4330" actId="1076"/>
          <ac:spMkLst>
            <pc:docMk/>
            <pc:sldMk cId="2027693167" sldId="669"/>
            <ac:spMk id="407" creationId="{86F6D723-298A-3EBC-ADEE-145AB2171FA4}"/>
          </ac:spMkLst>
        </pc:spChg>
        <pc:spChg chg="add mod">
          <ac:chgData name="Junho Kwak" userId="62373a31-634f-41fb-ac46-b5d6e2c11b09" providerId="ADAL" clId="{763D4DEB-675D-4A7D-8AA1-F998C4F24B50}" dt="2025-04-28T16:45:13.874" v="4711" actId="1076"/>
          <ac:spMkLst>
            <pc:docMk/>
            <pc:sldMk cId="2027693167" sldId="669"/>
            <ac:spMk id="408" creationId="{C3DCED8E-F8A2-6467-DC91-D10DC76829E9}"/>
          </ac:spMkLst>
        </pc:spChg>
        <pc:spChg chg="add mod">
          <ac:chgData name="Junho Kwak" userId="62373a31-634f-41fb-ac46-b5d6e2c11b09" providerId="ADAL" clId="{763D4DEB-675D-4A7D-8AA1-F998C4F24B50}" dt="2025-04-28T16:13:12.147" v="4381" actId="1076"/>
          <ac:spMkLst>
            <pc:docMk/>
            <pc:sldMk cId="2027693167" sldId="669"/>
            <ac:spMk id="409" creationId="{C56910DB-E1FD-B976-1A6B-560170B5CE37}"/>
          </ac:spMkLst>
        </pc:spChg>
        <pc:spChg chg="add mod topLvl">
          <ac:chgData name="Junho Kwak" userId="62373a31-634f-41fb-ac46-b5d6e2c11b09" providerId="ADAL" clId="{763D4DEB-675D-4A7D-8AA1-F998C4F24B50}" dt="2025-04-28T16:38:41.865" v="4651" actId="20577"/>
          <ac:spMkLst>
            <pc:docMk/>
            <pc:sldMk cId="2027693167" sldId="669"/>
            <ac:spMk id="424" creationId="{917E1875-E979-E3CE-3998-91B6D54E7613}"/>
          </ac:spMkLst>
        </pc:spChg>
        <pc:spChg chg="add mod topLvl">
          <ac:chgData name="Junho Kwak" userId="62373a31-634f-41fb-ac46-b5d6e2c11b09" providerId="ADAL" clId="{763D4DEB-675D-4A7D-8AA1-F998C4F24B50}" dt="2025-04-28T16:38:44.624" v="4652" actId="20577"/>
          <ac:spMkLst>
            <pc:docMk/>
            <pc:sldMk cId="2027693167" sldId="669"/>
            <ac:spMk id="436" creationId="{75A22088-13F4-8856-201F-B3A2E310D467}"/>
          </ac:spMkLst>
        </pc:spChg>
        <pc:spChg chg="mod topLvl">
          <ac:chgData name="Junho Kwak" userId="62373a31-634f-41fb-ac46-b5d6e2c11b09" providerId="ADAL" clId="{763D4DEB-675D-4A7D-8AA1-F998C4F24B50}" dt="2025-04-28T16:38:48.475" v="4654" actId="20577"/>
          <ac:spMkLst>
            <pc:docMk/>
            <pc:sldMk cId="2027693167" sldId="669"/>
            <ac:spMk id="439" creationId="{936C3895-6765-ADD1-D3B8-F1F16F1A10AF}"/>
          </ac:spMkLst>
        </pc:spChg>
        <pc:spChg chg="mod topLvl">
          <ac:chgData name="Junho Kwak" userId="62373a31-634f-41fb-ac46-b5d6e2c11b09" providerId="ADAL" clId="{763D4DEB-675D-4A7D-8AA1-F998C4F24B50}" dt="2025-04-28T16:38:53.640" v="4656" actId="20577"/>
          <ac:spMkLst>
            <pc:docMk/>
            <pc:sldMk cId="2027693167" sldId="669"/>
            <ac:spMk id="440" creationId="{B0ACDB84-5DCB-3035-332C-42C156110B4F}"/>
          </ac:spMkLst>
        </pc:spChg>
        <pc:spChg chg="mod topLvl">
          <ac:chgData name="Junho Kwak" userId="62373a31-634f-41fb-ac46-b5d6e2c11b09" providerId="ADAL" clId="{763D4DEB-675D-4A7D-8AA1-F998C4F24B50}" dt="2025-04-28T16:38:51.866" v="4655" actId="20577"/>
          <ac:spMkLst>
            <pc:docMk/>
            <pc:sldMk cId="2027693167" sldId="669"/>
            <ac:spMk id="445" creationId="{FF0B3971-C59D-61D3-7B3C-94200C13DDC3}"/>
          </ac:spMkLst>
        </pc:spChg>
        <pc:spChg chg="mod topLvl">
          <ac:chgData name="Junho Kwak" userId="62373a31-634f-41fb-ac46-b5d6e2c11b09" providerId="ADAL" clId="{763D4DEB-675D-4A7D-8AA1-F998C4F24B50}" dt="2025-04-28T16:17:47.201" v="4446" actId="20577"/>
          <ac:spMkLst>
            <pc:docMk/>
            <pc:sldMk cId="2027693167" sldId="669"/>
            <ac:spMk id="446" creationId="{3BC8C199-43A3-1D95-6F00-96EDE54D18FC}"/>
          </ac:spMkLst>
        </pc:spChg>
        <pc:spChg chg="add mod">
          <ac:chgData name="Junho Kwak" userId="62373a31-634f-41fb-ac46-b5d6e2c11b09" providerId="ADAL" clId="{763D4DEB-675D-4A7D-8AA1-F998C4F24B50}" dt="2025-04-28T16:22:54.885" v="4508" actId="1076"/>
          <ac:spMkLst>
            <pc:docMk/>
            <pc:sldMk cId="2027693167" sldId="669"/>
            <ac:spMk id="457" creationId="{02DEC788-30AF-D851-D813-2A57ED2E8098}"/>
          </ac:spMkLst>
        </pc:spChg>
        <pc:spChg chg="mod">
          <ac:chgData name="Junho Kwak" userId="62373a31-634f-41fb-ac46-b5d6e2c11b09" providerId="ADAL" clId="{763D4DEB-675D-4A7D-8AA1-F998C4F24B50}" dt="2025-04-28T16:43:23.002" v="4685" actId="1076"/>
          <ac:spMkLst>
            <pc:docMk/>
            <pc:sldMk cId="2027693167" sldId="669"/>
            <ac:spMk id="460" creationId="{B75A9BFE-100D-9712-4BA7-6B7BACE674B9}"/>
          </ac:spMkLst>
        </pc:spChg>
        <pc:spChg chg="mod">
          <ac:chgData name="Junho Kwak" userId="62373a31-634f-41fb-ac46-b5d6e2c11b09" providerId="ADAL" clId="{763D4DEB-675D-4A7D-8AA1-F998C4F24B50}" dt="2025-04-28T16:41:22.452" v="4673" actId="1076"/>
          <ac:spMkLst>
            <pc:docMk/>
            <pc:sldMk cId="2027693167" sldId="669"/>
            <ac:spMk id="461" creationId="{B7FEB45C-1275-9BAE-A78C-7B91A8547A86}"/>
          </ac:spMkLst>
        </pc:spChg>
        <pc:spChg chg="mod">
          <ac:chgData name="Junho Kwak" userId="62373a31-634f-41fb-ac46-b5d6e2c11b09" providerId="ADAL" clId="{763D4DEB-675D-4A7D-8AA1-F998C4F24B50}" dt="2025-04-28T16:41:01.440" v="4669" actId="14100"/>
          <ac:spMkLst>
            <pc:docMk/>
            <pc:sldMk cId="2027693167" sldId="669"/>
            <ac:spMk id="462" creationId="{12436D3E-5B4C-A6E9-42E2-590FEF92BDCE}"/>
          </ac:spMkLst>
        </pc:spChg>
        <pc:spChg chg="mod">
          <ac:chgData name="Junho Kwak" userId="62373a31-634f-41fb-ac46-b5d6e2c11b09" providerId="ADAL" clId="{763D4DEB-675D-4A7D-8AA1-F998C4F24B50}" dt="2025-04-28T16:41:01.440" v="4669" actId="14100"/>
          <ac:spMkLst>
            <pc:docMk/>
            <pc:sldMk cId="2027693167" sldId="669"/>
            <ac:spMk id="463" creationId="{75F839A4-3E05-ACC3-10A6-6CA5CD51F1DC}"/>
          </ac:spMkLst>
        </pc:spChg>
        <pc:spChg chg="add mod">
          <ac:chgData name="Junho Kwak" userId="62373a31-634f-41fb-ac46-b5d6e2c11b09" providerId="ADAL" clId="{763D4DEB-675D-4A7D-8AA1-F998C4F24B50}" dt="2025-04-28T16:41:27.737" v="4674" actId="1076"/>
          <ac:spMkLst>
            <pc:docMk/>
            <pc:sldMk cId="2027693167" sldId="669"/>
            <ac:spMk id="464" creationId="{20168EC6-AD79-08AB-9D4A-A60F9B81B079}"/>
          </ac:spMkLst>
        </pc:spChg>
        <pc:spChg chg="mod">
          <ac:chgData name="Junho Kwak" userId="62373a31-634f-41fb-ac46-b5d6e2c11b09" providerId="ADAL" clId="{763D4DEB-675D-4A7D-8AA1-F998C4F24B50}" dt="2025-04-28T16:42:20.707" v="4679" actId="14100"/>
          <ac:spMkLst>
            <pc:docMk/>
            <pc:sldMk cId="2027693167" sldId="669"/>
            <ac:spMk id="471" creationId="{70FA417B-8E7C-AA8D-5E5D-3A9EEC99DFF2}"/>
          </ac:spMkLst>
        </pc:spChg>
        <pc:spChg chg="add mod">
          <ac:chgData name="Junho Kwak" userId="62373a31-634f-41fb-ac46-b5d6e2c11b09" providerId="ADAL" clId="{763D4DEB-675D-4A7D-8AA1-F998C4F24B50}" dt="2025-04-28T16:42:20.707" v="4679" actId="14100"/>
          <ac:spMkLst>
            <pc:docMk/>
            <pc:sldMk cId="2027693167" sldId="669"/>
            <ac:spMk id="472" creationId="{62BB797B-6534-1160-61A9-A6D53268ABC8}"/>
          </ac:spMkLst>
        </pc:spChg>
        <pc:spChg chg="mod">
          <ac:chgData name="Junho Kwak" userId="62373a31-634f-41fb-ac46-b5d6e2c11b09" providerId="ADAL" clId="{763D4DEB-675D-4A7D-8AA1-F998C4F24B50}" dt="2025-04-28T16:42:20.707" v="4679" actId="14100"/>
          <ac:spMkLst>
            <pc:docMk/>
            <pc:sldMk cId="2027693167" sldId="669"/>
            <ac:spMk id="473" creationId="{AF34BDE4-F4C4-BFB2-2909-861BDB84407C}"/>
          </ac:spMkLst>
        </pc:spChg>
        <pc:spChg chg="add mod">
          <ac:chgData name="Junho Kwak" userId="62373a31-634f-41fb-ac46-b5d6e2c11b09" providerId="ADAL" clId="{763D4DEB-675D-4A7D-8AA1-F998C4F24B50}" dt="2025-04-28T16:42:30.421" v="4680" actId="14100"/>
          <ac:spMkLst>
            <pc:docMk/>
            <pc:sldMk cId="2027693167" sldId="669"/>
            <ac:spMk id="474" creationId="{023EF070-D699-F93B-5F83-34921220E5AB}"/>
          </ac:spMkLst>
        </pc:spChg>
        <pc:spChg chg="mod">
          <ac:chgData name="Junho Kwak" userId="62373a31-634f-41fb-ac46-b5d6e2c11b09" providerId="ADAL" clId="{763D4DEB-675D-4A7D-8AA1-F998C4F24B50}" dt="2025-04-28T16:42:30.421" v="4680" actId="14100"/>
          <ac:spMkLst>
            <pc:docMk/>
            <pc:sldMk cId="2027693167" sldId="669"/>
            <ac:spMk id="475" creationId="{FFBBF396-E18C-A6B7-13A1-7AFE0B313B5C}"/>
          </ac:spMkLst>
        </pc:spChg>
        <pc:spChg chg="add mod">
          <ac:chgData name="Junho Kwak" userId="62373a31-634f-41fb-ac46-b5d6e2c11b09" providerId="ADAL" clId="{763D4DEB-675D-4A7D-8AA1-F998C4F24B50}" dt="2025-04-28T16:23:54.282" v="4512" actId="1076"/>
          <ac:spMkLst>
            <pc:docMk/>
            <pc:sldMk cId="2027693167" sldId="669"/>
            <ac:spMk id="478" creationId="{72DF1D46-DA65-F167-E3B1-F97836ABC909}"/>
          </ac:spMkLst>
        </pc:spChg>
        <pc:spChg chg="mod">
          <ac:chgData name="Junho Kwak" userId="62373a31-634f-41fb-ac46-b5d6e2c11b09" providerId="ADAL" clId="{763D4DEB-675D-4A7D-8AA1-F998C4F24B50}" dt="2025-04-28T16:44:13.153" v="4706" actId="313"/>
          <ac:spMkLst>
            <pc:docMk/>
            <pc:sldMk cId="2027693167" sldId="669"/>
            <ac:spMk id="479" creationId="{5D11058E-35B9-8AB1-FC99-546ED2C31C14}"/>
          </ac:spMkLst>
        </pc:spChg>
        <pc:spChg chg="add mod">
          <ac:chgData name="Junho Kwak" userId="62373a31-634f-41fb-ac46-b5d6e2c11b09" providerId="ADAL" clId="{763D4DEB-675D-4A7D-8AA1-F998C4F24B50}" dt="2025-04-28T16:43:50.545" v="4696" actId="20577"/>
          <ac:spMkLst>
            <pc:docMk/>
            <pc:sldMk cId="2027693167" sldId="669"/>
            <ac:spMk id="480" creationId="{2742D1A1-6133-1A2F-D01D-8D1E8B89184C}"/>
          </ac:spMkLst>
        </pc:spChg>
        <pc:spChg chg="add mod">
          <ac:chgData name="Junho Kwak" userId="62373a31-634f-41fb-ac46-b5d6e2c11b09" providerId="ADAL" clId="{763D4DEB-675D-4A7D-8AA1-F998C4F24B50}" dt="2025-04-28T16:23:54.282" v="4512" actId="1076"/>
          <ac:spMkLst>
            <pc:docMk/>
            <pc:sldMk cId="2027693167" sldId="669"/>
            <ac:spMk id="481" creationId="{04725970-5F5D-D9E9-A3E0-5FCCC042387D}"/>
          </ac:spMkLst>
        </pc:spChg>
        <pc:spChg chg="add mod">
          <ac:chgData name="Junho Kwak" userId="62373a31-634f-41fb-ac46-b5d6e2c11b09" providerId="ADAL" clId="{763D4DEB-675D-4A7D-8AA1-F998C4F24B50}" dt="2025-04-28T16:23:54.282" v="4512" actId="1076"/>
          <ac:spMkLst>
            <pc:docMk/>
            <pc:sldMk cId="2027693167" sldId="669"/>
            <ac:spMk id="482" creationId="{97E0014D-3C70-EA37-3B4F-8923F84F46B2}"/>
          </ac:spMkLst>
        </pc:spChg>
        <pc:spChg chg="add mod">
          <ac:chgData name="Junho Kwak" userId="62373a31-634f-41fb-ac46-b5d6e2c11b09" providerId="ADAL" clId="{763D4DEB-675D-4A7D-8AA1-F998C4F24B50}" dt="2025-04-28T16:23:54.282" v="4512" actId="1076"/>
          <ac:spMkLst>
            <pc:docMk/>
            <pc:sldMk cId="2027693167" sldId="669"/>
            <ac:spMk id="483" creationId="{92652A0A-F038-B35D-A2B9-E2517C837D57}"/>
          </ac:spMkLst>
        </pc:spChg>
        <pc:spChg chg="add mod">
          <ac:chgData name="Junho Kwak" userId="62373a31-634f-41fb-ac46-b5d6e2c11b09" providerId="ADAL" clId="{763D4DEB-675D-4A7D-8AA1-F998C4F24B50}" dt="2025-04-28T16:44:18.551" v="4707" actId="1076"/>
          <ac:spMkLst>
            <pc:docMk/>
            <pc:sldMk cId="2027693167" sldId="669"/>
            <ac:spMk id="488" creationId="{2443BA7F-CCAE-BEFC-B2D4-69D81A443D4B}"/>
          </ac:spMkLst>
        </pc:spChg>
        <pc:spChg chg="add mod">
          <ac:chgData name="Junho Kwak" userId="62373a31-634f-41fb-ac46-b5d6e2c11b09" providerId="ADAL" clId="{763D4DEB-675D-4A7D-8AA1-F998C4F24B50}" dt="2025-04-28T16:23:54.282" v="4512" actId="1076"/>
          <ac:spMkLst>
            <pc:docMk/>
            <pc:sldMk cId="2027693167" sldId="669"/>
            <ac:spMk id="489" creationId="{B55ABDE2-57D6-0DB7-4D94-8DC1765E639B}"/>
          </ac:spMkLst>
        </pc:spChg>
        <pc:spChg chg="add mod">
          <ac:chgData name="Junho Kwak" userId="62373a31-634f-41fb-ac46-b5d6e2c11b09" providerId="ADAL" clId="{763D4DEB-675D-4A7D-8AA1-F998C4F24B50}" dt="2025-04-28T15:55:43.604" v="4239" actId="165"/>
          <ac:spMkLst>
            <pc:docMk/>
            <pc:sldMk cId="2027693167" sldId="669"/>
            <ac:spMk id="502" creationId="{41288B80-E9FB-113B-4FC8-F6F1C1183C78}"/>
          </ac:spMkLst>
        </pc:spChg>
        <pc:spChg chg="mod">
          <ac:chgData name="Junho Kwak" userId="62373a31-634f-41fb-ac46-b5d6e2c11b09" providerId="ADAL" clId="{763D4DEB-675D-4A7D-8AA1-F998C4F24B50}" dt="2025-04-28T15:58:04.675" v="4266" actId="165"/>
          <ac:spMkLst>
            <pc:docMk/>
            <pc:sldMk cId="2027693167" sldId="669"/>
            <ac:spMk id="511" creationId="{90CC6F43-5001-0BFB-5204-F152EC4D7FC5}"/>
          </ac:spMkLst>
        </pc:spChg>
        <pc:spChg chg="mod">
          <ac:chgData name="Junho Kwak" userId="62373a31-634f-41fb-ac46-b5d6e2c11b09" providerId="ADAL" clId="{763D4DEB-675D-4A7D-8AA1-F998C4F24B50}" dt="2025-04-28T15:48:11.805" v="4173" actId="165"/>
          <ac:spMkLst>
            <pc:docMk/>
            <pc:sldMk cId="2027693167" sldId="669"/>
            <ac:spMk id="512" creationId="{356F76E7-CAD8-BC75-4D2C-D4D90261599F}"/>
          </ac:spMkLst>
        </pc:spChg>
        <pc:spChg chg="mod">
          <ac:chgData name="Junho Kwak" userId="62373a31-634f-41fb-ac46-b5d6e2c11b09" providerId="ADAL" clId="{763D4DEB-675D-4A7D-8AA1-F998C4F24B50}" dt="2025-04-28T15:48:11.805" v="4173" actId="165"/>
          <ac:spMkLst>
            <pc:docMk/>
            <pc:sldMk cId="2027693167" sldId="669"/>
            <ac:spMk id="514" creationId="{8BACB520-4548-261B-4B48-BB1F40D5501B}"/>
          </ac:spMkLst>
        </pc:spChg>
        <pc:spChg chg="mod">
          <ac:chgData name="Junho Kwak" userId="62373a31-634f-41fb-ac46-b5d6e2c11b09" providerId="ADAL" clId="{763D4DEB-675D-4A7D-8AA1-F998C4F24B50}" dt="2025-04-28T15:58:04.675" v="4266" actId="165"/>
          <ac:spMkLst>
            <pc:docMk/>
            <pc:sldMk cId="2027693167" sldId="669"/>
            <ac:spMk id="515" creationId="{3C05047D-AA74-5951-D38F-5AECD6E67E02}"/>
          </ac:spMkLst>
        </pc:spChg>
        <pc:spChg chg="mod">
          <ac:chgData name="Junho Kwak" userId="62373a31-634f-41fb-ac46-b5d6e2c11b09" providerId="ADAL" clId="{763D4DEB-675D-4A7D-8AA1-F998C4F24B50}" dt="2025-04-28T15:48:11.805" v="4173" actId="165"/>
          <ac:spMkLst>
            <pc:docMk/>
            <pc:sldMk cId="2027693167" sldId="669"/>
            <ac:spMk id="516" creationId="{6ED18793-F865-10E0-E353-A3707974BE6C}"/>
          </ac:spMkLst>
        </pc:spChg>
        <pc:spChg chg="mod">
          <ac:chgData name="Junho Kwak" userId="62373a31-634f-41fb-ac46-b5d6e2c11b09" providerId="ADAL" clId="{763D4DEB-675D-4A7D-8AA1-F998C4F24B50}" dt="2025-04-28T15:48:11.805" v="4173" actId="165"/>
          <ac:spMkLst>
            <pc:docMk/>
            <pc:sldMk cId="2027693167" sldId="669"/>
            <ac:spMk id="519" creationId="{FA0631A1-4324-9A42-CB0B-2B039A7F163C}"/>
          </ac:spMkLst>
        </pc:spChg>
        <pc:spChg chg="mod">
          <ac:chgData name="Junho Kwak" userId="62373a31-634f-41fb-ac46-b5d6e2c11b09" providerId="ADAL" clId="{763D4DEB-675D-4A7D-8AA1-F998C4F24B50}" dt="2025-04-28T15:58:04.675" v="4266" actId="165"/>
          <ac:spMkLst>
            <pc:docMk/>
            <pc:sldMk cId="2027693167" sldId="669"/>
            <ac:spMk id="520" creationId="{A3E4CB91-DB86-6F34-5B96-1A127186FA55}"/>
          </ac:spMkLst>
        </pc:spChg>
        <pc:spChg chg="mod">
          <ac:chgData name="Junho Kwak" userId="62373a31-634f-41fb-ac46-b5d6e2c11b09" providerId="ADAL" clId="{763D4DEB-675D-4A7D-8AA1-F998C4F24B50}" dt="2025-04-28T15:48:11.805" v="4173" actId="165"/>
          <ac:spMkLst>
            <pc:docMk/>
            <pc:sldMk cId="2027693167" sldId="669"/>
            <ac:spMk id="521" creationId="{4B463A26-5EBD-A272-D946-BECB7EAC38B0}"/>
          </ac:spMkLst>
        </pc:spChg>
        <pc:spChg chg="mod">
          <ac:chgData name="Junho Kwak" userId="62373a31-634f-41fb-ac46-b5d6e2c11b09" providerId="ADAL" clId="{763D4DEB-675D-4A7D-8AA1-F998C4F24B50}" dt="2025-04-28T16:11:05.801" v="4356" actId="165"/>
          <ac:spMkLst>
            <pc:docMk/>
            <pc:sldMk cId="2027693167" sldId="669"/>
            <ac:spMk id="522" creationId="{8DEEB431-8DFD-CD38-F9E7-CFECC1215BA4}"/>
          </ac:spMkLst>
        </pc:spChg>
        <pc:spChg chg="mod">
          <ac:chgData name="Junho Kwak" userId="62373a31-634f-41fb-ac46-b5d6e2c11b09" providerId="ADAL" clId="{763D4DEB-675D-4A7D-8AA1-F998C4F24B50}" dt="2025-04-28T15:48:11.805" v="4173" actId="165"/>
          <ac:spMkLst>
            <pc:docMk/>
            <pc:sldMk cId="2027693167" sldId="669"/>
            <ac:spMk id="523" creationId="{C433AF88-4881-1970-6CEE-870725ACD955}"/>
          </ac:spMkLst>
        </pc:spChg>
        <pc:spChg chg="mod">
          <ac:chgData name="Junho Kwak" userId="62373a31-634f-41fb-ac46-b5d6e2c11b09" providerId="ADAL" clId="{763D4DEB-675D-4A7D-8AA1-F998C4F24B50}" dt="2025-04-28T15:48:11.805" v="4173" actId="165"/>
          <ac:spMkLst>
            <pc:docMk/>
            <pc:sldMk cId="2027693167" sldId="669"/>
            <ac:spMk id="524" creationId="{FD43183C-33F6-BD0D-A84B-C39DE54325A3}"/>
          </ac:spMkLst>
        </pc:spChg>
        <pc:spChg chg="mod">
          <ac:chgData name="Junho Kwak" userId="62373a31-634f-41fb-ac46-b5d6e2c11b09" providerId="ADAL" clId="{763D4DEB-675D-4A7D-8AA1-F998C4F24B50}" dt="2025-04-28T16:11:05.801" v="4356" actId="165"/>
          <ac:spMkLst>
            <pc:docMk/>
            <pc:sldMk cId="2027693167" sldId="669"/>
            <ac:spMk id="528" creationId="{4D4EAB33-D6DE-0D31-BE15-98DCF15FF268}"/>
          </ac:spMkLst>
        </pc:spChg>
        <pc:spChg chg="mod">
          <ac:chgData name="Junho Kwak" userId="62373a31-634f-41fb-ac46-b5d6e2c11b09" providerId="ADAL" clId="{763D4DEB-675D-4A7D-8AA1-F998C4F24B50}" dt="2025-04-28T15:57:11.966" v="4261"/>
          <ac:spMkLst>
            <pc:docMk/>
            <pc:sldMk cId="2027693167" sldId="669"/>
            <ac:spMk id="717" creationId="{40A83885-0023-B2D3-12D8-938466025847}"/>
          </ac:spMkLst>
        </pc:spChg>
        <pc:spChg chg="mod">
          <ac:chgData name="Junho Kwak" userId="62373a31-634f-41fb-ac46-b5d6e2c11b09" providerId="ADAL" clId="{763D4DEB-675D-4A7D-8AA1-F998C4F24B50}" dt="2025-04-28T15:57:11.966" v="4261"/>
          <ac:spMkLst>
            <pc:docMk/>
            <pc:sldMk cId="2027693167" sldId="669"/>
            <ac:spMk id="718" creationId="{FEA44990-5B70-6CB9-DC6C-249CC10AFF64}"/>
          </ac:spMkLst>
        </pc:spChg>
        <pc:spChg chg="mod">
          <ac:chgData name="Junho Kwak" userId="62373a31-634f-41fb-ac46-b5d6e2c11b09" providerId="ADAL" clId="{763D4DEB-675D-4A7D-8AA1-F998C4F24B50}" dt="2025-04-28T15:57:11.966" v="4261"/>
          <ac:spMkLst>
            <pc:docMk/>
            <pc:sldMk cId="2027693167" sldId="669"/>
            <ac:spMk id="720" creationId="{8EFFED32-58A6-5464-2BF9-3A0B5B57ACD3}"/>
          </ac:spMkLst>
        </pc:spChg>
        <pc:spChg chg="mod">
          <ac:chgData name="Junho Kwak" userId="62373a31-634f-41fb-ac46-b5d6e2c11b09" providerId="ADAL" clId="{763D4DEB-675D-4A7D-8AA1-F998C4F24B50}" dt="2025-04-28T15:58:04.675" v="4266" actId="165"/>
          <ac:spMkLst>
            <pc:docMk/>
            <pc:sldMk cId="2027693167" sldId="669"/>
            <ac:spMk id="722" creationId="{8854B50D-E10D-6211-518B-94275288C65F}"/>
          </ac:spMkLst>
        </pc:spChg>
        <pc:spChg chg="mod">
          <ac:chgData name="Junho Kwak" userId="62373a31-634f-41fb-ac46-b5d6e2c11b09" providerId="ADAL" clId="{763D4DEB-675D-4A7D-8AA1-F998C4F24B50}" dt="2025-04-28T15:57:11.966" v="4261"/>
          <ac:spMkLst>
            <pc:docMk/>
            <pc:sldMk cId="2027693167" sldId="669"/>
            <ac:spMk id="724" creationId="{F72B87E1-AD6F-1F97-0CAE-958813F81CB9}"/>
          </ac:spMkLst>
        </pc:spChg>
        <pc:spChg chg="mod">
          <ac:chgData name="Junho Kwak" userId="62373a31-634f-41fb-ac46-b5d6e2c11b09" providerId="ADAL" clId="{763D4DEB-675D-4A7D-8AA1-F998C4F24B50}" dt="2025-04-28T15:58:04.675" v="4266" actId="165"/>
          <ac:spMkLst>
            <pc:docMk/>
            <pc:sldMk cId="2027693167" sldId="669"/>
            <ac:spMk id="726" creationId="{E7475F28-3ACC-F5DC-2F99-875F9728AE38}"/>
          </ac:spMkLst>
        </pc:spChg>
        <pc:spChg chg="mod">
          <ac:chgData name="Junho Kwak" userId="62373a31-634f-41fb-ac46-b5d6e2c11b09" providerId="ADAL" clId="{763D4DEB-675D-4A7D-8AA1-F998C4F24B50}" dt="2025-04-28T15:57:11.966" v="4261"/>
          <ac:spMkLst>
            <pc:docMk/>
            <pc:sldMk cId="2027693167" sldId="669"/>
            <ac:spMk id="727" creationId="{F34CA233-704C-5005-1BB4-8F4A8A70AFC2}"/>
          </ac:spMkLst>
        </pc:spChg>
        <pc:spChg chg="mod">
          <ac:chgData name="Junho Kwak" userId="62373a31-634f-41fb-ac46-b5d6e2c11b09" providerId="ADAL" clId="{763D4DEB-675D-4A7D-8AA1-F998C4F24B50}" dt="2025-04-28T16:11:05.801" v="4356" actId="165"/>
          <ac:spMkLst>
            <pc:docMk/>
            <pc:sldMk cId="2027693167" sldId="669"/>
            <ac:spMk id="728" creationId="{ABA6E979-56ED-4608-123B-884E5960FD94}"/>
          </ac:spMkLst>
        </pc:spChg>
        <pc:spChg chg="mod">
          <ac:chgData name="Junho Kwak" userId="62373a31-634f-41fb-ac46-b5d6e2c11b09" providerId="ADAL" clId="{763D4DEB-675D-4A7D-8AA1-F998C4F24B50}" dt="2025-04-28T15:57:11.966" v="4261"/>
          <ac:spMkLst>
            <pc:docMk/>
            <pc:sldMk cId="2027693167" sldId="669"/>
            <ac:spMk id="729" creationId="{FAEF1EEA-B3B3-EF6A-2B79-DD0F66BC28E2}"/>
          </ac:spMkLst>
        </pc:spChg>
        <pc:spChg chg="mod">
          <ac:chgData name="Junho Kwak" userId="62373a31-634f-41fb-ac46-b5d6e2c11b09" providerId="ADAL" clId="{763D4DEB-675D-4A7D-8AA1-F998C4F24B50}" dt="2025-04-28T15:58:04.675" v="4266" actId="165"/>
          <ac:spMkLst>
            <pc:docMk/>
            <pc:sldMk cId="2027693167" sldId="669"/>
            <ac:spMk id="730" creationId="{AADF9CDE-821C-5F99-245A-FAF87E1422CD}"/>
          </ac:spMkLst>
        </pc:spChg>
        <pc:spChg chg="add mod topLvl">
          <ac:chgData name="Junho Kwak" userId="62373a31-634f-41fb-ac46-b5d6e2c11b09" providerId="ADAL" clId="{763D4DEB-675D-4A7D-8AA1-F998C4F24B50}" dt="2025-04-28T16:10:40.645" v="4350" actId="165"/>
          <ac:spMkLst>
            <pc:docMk/>
            <pc:sldMk cId="2027693167" sldId="669"/>
            <ac:spMk id="795" creationId="{B7CC5CBB-6B44-5794-6917-0FF826F5645A}"/>
          </ac:spMkLst>
        </pc:spChg>
        <pc:spChg chg="mod">
          <ac:chgData name="Junho Kwak" userId="62373a31-634f-41fb-ac46-b5d6e2c11b09" providerId="ADAL" clId="{763D4DEB-675D-4A7D-8AA1-F998C4F24B50}" dt="2025-04-28T16:01:20.180" v="4325" actId="164"/>
          <ac:spMkLst>
            <pc:docMk/>
            <pc:sldMk cId="2027693167" sldId="669"/>
            <ac:spMk id="796" creationId="{637DFAB0-9121-BDE1-92A7-D09A85A7B200}"/>
          </ac:spMkLst>
        </pc:spChg>
        <pc:spChg chg="mod">
          <ac:chgData name="Junho Kwak" userId="62373a31-634f-41fb-ac46-b5d6e2c11b09" providerId="ADAL" clId="{763D4DEB-675D-4A7D-8AA1-F998C4F24B50}" dt="2025-04-28T16:01:20.180" v="4325" actId="164"/>
          <ac:spMkLst>
            <pc:docMk/>
            <pc:sldMk cId="2027693167" sldId="669"/>
            <ac:spMk id="797" creationId="{63B1A919-8EDA-38CA-FC26-DEEB9C597732}"/>
          </ac:spMkLst>
        </pc:spChg>
        <pc:spChg chg="mod">
          <ac:chgData name="Junho Kwak" userId="62373a31-634f-41fb-ac46-b5d6e2c11b09" providerId="ADAL" clId="{763D4DEB-675D-4A7D-8AA1-F998C4F24B50}" dt="2025-04-28T16:10:45.994" v="4353" actId="165"/>
          <ac:spMkLst>
            <pc:docMk/>
            <pc:sldMk cId="2027693167" sldId="669"/>
            <ac:spMk id="803" creationId="{EE3616DE-80FE-917E-BA88-9E2BB7A80EC3}"/>
          </ac:spMkLst>
        </pc:spChg>
        <pc:spChg chg="mod topLvl">
          <ac:chgData name="Junho Kwak" userId="62373a31-634f-41fb-ac46-b5d6e2c11b09" providerId="ADAL" clId="{763D4DEB-675D-4A7D-8AA1-F998C4F24B50}" dt="2025-04-28T16:11:42.898" v="4362" actId="207"/>
          <ac:spMkLst>
            <pc:docMk/>
            <pc:sldMk cId="2027693167" sldId="669"/>
            <ac:spMk id="808" creationId="{35F8D612-73F7-E3B5-0D05-5F9E567D59C5}"/>
          </ac:spMkLst>
        </pc:spChg>
        <pc:spChg chg="mod">
          <ac:chgData name="Junho Kwak" userId="62373a31-634f-41fb-ac46-b5d6e2c11b09" providerId="ADAL" clId="{763D4DEB-675D-4A7D-8AA1-F998C4F24B50}" dt="2025-04-28T16:11:42.898" v="4362" actId="207"/>
          <ac:spMkLst>
            <pc:docMk/>
            <pc:sldMk cId="2027693167" sldId="669"/>
            <ac:spMk id="809" creationId="{44C13F09-932A-3902-D492-06253A1B8F13}"/>
          </ac:spMkLst>
        </pc:spChg>
        <pc:spChg chg="mod">
          <ac:chgData name="Junho Kwak" userId="62373a31-634f-41fb-ac46-b5d6e2c11b09" providerId="ADAL" clId="{763D4DEB-675D-4A7D-8AA1-F998C4F24B50}" dt="2025-04-28T16:11:42.898" v="4362" actId="207"/>
          <ac:spMkLst>
            <pc:docMk/>
            <pc:sldMk cId="2027693167" sldId="669"/>
            <ac:spMk id="810" creationId="{B89A25AB-C6E9-B161-E474-625F28C0F642}"/>
          </ac:spMkLst>
        </pc:spChg>
        <pc:spChg chg="mod">
          <ac:chgData name="Junho Kwak" userId="62373a31-634f-41fb-ac46-b5d6e2c11b09" providerId="ADAL" clId="{763D4DEB-675D-4A7D-8AA1-F998C4F24B50}" dt="2025-04-28T16:11:42.898" v="4362" actId="207"/>
          <ac:spMkLst>
            <pc:docMk/>
            <pc:sldMk cId="2027693167" sldId="669"/>
            <ac:spMk id="811" creationId="{F6F55B9B-1C96-463B-EB72-6D727DE5ABFD}"/>
          </ac:spMkLst>
        </pc:spChg>
        <pc:spChg chg="mod">
          <ac:chgData name="Junho Kwak" userId="62373a31-634f-41fb-ac46-b5d6e2c11b09" providerId="ADAL" clId="{763D4DEB-675D-4A7D-8AA1-F998C4F24B50}" dt="2025-04-28T16:11:42.898" v="4362" actId="207"/>
          <ac:spMkLst>
            <pc:docMk/>
            <pc:sldMk cId="2027693167" sldId="669"/>
            <ac:spMk id="812" creationId="{1561DF66-1479-D753-3744-70553CFE1243}"/>
          </ac:spMkLst>
        </pc:spChg>
        <pc:spChg chg="mod">
          <ac:chgData name="Junho Kwak" userId="62373a31-634f-41fb-ac46-b5d6e2c11b09" providerId="ADAL" clId="{763D4DEB-675D-4A7D-8AA1-F998C4F24B50}" dt="2025-04-28T16:11:42.898" v="4362" actId="207"/>
          <ac:spMkLst>
            <pc:docMk/>
            <pc:sldMk cId="2027693167" sldId="669"/>
            <ac:spMk id="813" creationId="{F3D6AEC8-4603-BDD2-DBB7-93E8215A6447}"/>
          </ac:spMkLst>
        </pc:spChg>
        <pc:spChg chg="mod topLvl">
          <ac:chgData name="Junho Kwak" userId="62373a31-634f-41fb-ac46-b5d6e2c11b09" providerId="ADAL" clId="{763D4DEB-675D-4A7D-8AA1-F998C4F24B50}" dt="2025-04-28T16:11:05.801" v="4356" actId="165"/>
          <ac:spMkLst>
            <pc:docMk/>
            <pc:sldMk cId="2027693167" sldId="669"/>
            <ac:spMk id="814" creationId="{7849C0CF-AE23-7846-C538-4CB9080AAC0E}"/>
          </ac:spMkLst>
        </pc:spChg>
        <pc:spChg chg="mod">
          <ac:chgData name="Junho Kwak" userId="62373a31-634f-41fb-ac46-b5d6e2c11b09" providerId="ADAL" clId="{763D4DEB-675D-4A7D-8AA1-F998C4F24B50}" dt="2025-04-28T16:10:45.994" v="4353" actId="165"/>
          <ac:spMkLst>
            <pc:docMk/>
            <pc:sldMk cId="2027693167" sldId="669"/>
            <ac:spMk id="815" creationId="{6DF9264C-6B78-0D75-4763-3E6FE4E9B723}"/>
          </ac:spMkLst>
        </pc:spChg>
        <pc:spChg chg="mod">
          <ac:chgData name="Junho Kwak" userId="62373a31-634f-41fb-ac46-b5d6e2c11b09" providerId="ADAL" clId="{763D4DEB-675D-4A7D-8AA1-F998C4F24B50}" dt="2025-04-28T16:10:45.994" v="4353" actId="165"/>
          <ac:spMkLst>
            <pc:docMk/>
            <pc:sldMk cId="2027693167" sldId="669"/>
            <ac:spMk id="819" creationId="{422C01D3-A45B-1ABF-6C5E-70300E09C538}"/>
          </ac:spMkLst>
        </pc:spChg>
        <pc:spChg chg="mod">
          <ac:chgData name="Junho Kwak" userId="62373a31-634f-41fb-ac46-b5d6e2c11b09" providerId="ADAL" clId="{763D4DEB-675D-4A7D-8AA1-F998C4F24B50}" dt="2025-04-28T16:01:20.180" v="4325" actId="164"/>
          <ac:spMkLst>
            <pc:docMk/>
            <pc:sldMk cId="2027693167" sldId="669"/>
            <ac:spMk id="843" creationId="{02584C60-7C00-685E-8110-7A605A7D94ED}"/>
          </ac:spMkLst>
        </pc:spChg>
        <pc:spChg chg="mod topLvl">
          <ac:chgData name="Junho Kwak" userId="62373a31-634f-41fb-ac46-b5d6e2c11b09" providerId="ADAL" clId="{763D4DEB-675D-4A7D-8AA1-F998C4F24B50}" dt="2025-04-28T16:13:17.798" v="4388" actId="207"/>
          <ac:spMkLst>
            <pc:docMk/>
            <pc:sldMk cId="2027693167" sldId="669"/>
            <ac:spMk id="845" creationId="{934E8F1B-32A4-62FC-92CF-2A3C6BF864AD}"/>
          </ac:spMkLst>
        </pc:spChg>
        <pc:spChg chg="mod">
          <ac:chgData name="Junho Kwak" userId="62373a31-634f-41fb-ac46-b5d6e2c11b09" providerId="ADAL" clId="{763D4DEB-675D-4A7D-8AA1-F998C4F24B50}" dt="2025-04-28T16:13:17.798" v="4388" actId="207"/>
          <ac:spMkLst>
            <pc:docMk/>
            <pc:sldMk cId="2027693167" sldId="669"/>
            <ac:spMk id="846" creationId="{E7798146-A8BD-D637-A394-B217DB1833B3}"/>
          </ac:spMkLst>
        </pc:spChg>
        <pc:spChg chg="mod">
          <ac:chgData name="Junho Kwak" userId="62373a31-634f-41fb-ac46-b5d6e2c11b09" providerId="ADAL" clId="{763D4DEB-675D-4A7D-8AA1-F998C4F24B50}" dt="2025-04-28T15:59:44.512" v="4293" actId="164"/>
          <ac:spMkLst>
            <pc:docMk/>
            <pc:sldMk cId="2027693167" sldId="669"/>
            <ac:spMk id="848" creationId="{6CEA95CB-A9C8-2B24-AC54-DA018E8AE735}"/>
          </ac:spMkLst>
        </pc:spChg>
        <pc:spChg chg="mod">
          <ac:chgData name="Junho Kwak" userId="62373a31-634f-41fb-ac46-b5d6e2c11b09" providerId="ADAL" clId="{763D4DEB-675D-4A7D-8AA1-F998C4F24B50}" dt="2025-04-28T15:59:44.512" v="4293" actId="164"/>
          <ac:spMkLst>
            <pc:docMk/>
            <pc:sldMk cId="2027693167" sldId="669"/>
            <ac:spMk id="849" creationId="{C2C77480-9CA9-8D10-0F3E-FF73258234C1}"/>
          </ac:spMkLst>
        </pc:spChg>
        <pc:spChg chg="mod">
          <ac:chgData name="Junho Kwak" userId="62373a31-634f-41fb-ac46-b5d6e2c11b09" providerId="ADAL" clId="{763D4DEB-675D-4A7D-8AA1-F998C4F24B50}" dt="2025-04-28T15:59:44.512" v="4293" actId="164"/>
          <ac:spMkLst>
            <pc:docMk/>
            <pc:sldMk cId="2027693167" sldId="669"/>
            <ac:spMk id="850" creationId="{8F86A051-656B-E36D-AAB6-6C08F3110984}"/>
          </ac:spMkLst>
        </pc:spChg>
        <pc:spChg chg="mod">
          <ac:chgData name="Junho Kwak" userId="62373a31-634f-41fb-ac46-b5d6e2c11b09" providerId="ADAL" clId="{763D4DEB-675D-4A7D-8AA1-F998C4F24B50}" dt="2025-04-28T15:59:44.512" v="4293" actId="164"/>
          <ac:spMkLst>
            <pc:docMk/>
            <pc:sldMk cId="2027693167" sldId="669"/>
            <ac:spMk id="852" creationId="{91CE8A87-E1CF-A06F-6D4A-D19696F727CE}"/>
          </ac:spMkLst>
        </pc:spChg>
        <pc:spChg chg="mod">
          <ac:chgData name="Junho Kwak" userId="62373a31-634f-41fb-ac46-b5d6e2c11b09" providerId="ADAL" clId="{763D4DEB-675D-4A7D-8AA1-F998C4F24B50}" dt="2025-04-28T15:59:44.512" v="4293" actId="164"/>
          <ac:spMkLst>
            <pc:docMk/>
            <pc:sldMk cId="2027693167" sldId="669"/>
            <ac:spMk id="853" creationId="{2F21EB22-483F-3129-6391-D558A9DA27B8}"/>
          </ac:spMkLst>
        </pc:spChg>
        <pc:spChg chg="mod">
          <ac:chgData name="Junho Kwak" userId="62373a31-634f-41fb-ac46-b5d6e2c11b09" providerId="ADAL" clId="{763D4DEB-675D-4A7D-8AA1-F998C4F24B50}" dt="2025-04-28T15:59:44.512" v="4293" actId="164"/>
          <ac:spMkLst>
            <pc:docMk/>
            <pc:sldMk cId="2027693167" sldId="669"/>
            <ac:spMk id="854" creationId="{5BC7BC91-5116-C95F-8AEF-C07F11E5C1DC}"/>
          </ac:spMkLst>
        </pc:spChg>
        <pc:spChg chg="mod topLvl">
          <ac:chgData name="Junho Kwak" userId="62373a31-634f-41fb-ac46-b5d6e2c11b09" providerId="ADAL" clId="{763D4DEB-675D-4A7D-8AA1-F998C4F24B50}" dt="2025-04-28T16:10:45.994" v="4353" actId="165"/>
          <ac:spMkLst>
            <pc:docMk/>
            <pc:sldMk cId="2027693167" sldId="669"/>
            <ac:spMk id="856" creationId="{51590176-44F6-3B7C-98E6-ACDDEC5867A9}"/>
          </ac:spMkLst>
        </pc:spChg>
        <pc:spChg chg="mod">
          <ac:chgData name="Junho Kwak" userId="62373a31-634f-41fb-ac46-b5d6e2c11b09" providerId="ADAL" clId="{763D4DEB-675D-4A7D-8AA1-F998C4F24B50}" dt="2025-04-28T15:59:44.512" v="4293" actId="164"/>
          <ac:spMkLst>
            <pc:docMk/>
            <pc:sldMk cId="2027693167" sldId="669"/>
            <ac:spMk id="857" creationId="{EB6EC88F-A059-DC19-7CC7-944BE6EBA5BF}"/>
          </ac:spMkLst>
        </pc:spChg>
        <pc:spChg chg="mod">
          <ac:chgData name="Junho Kwak" userId="62373a31-634f-41fb-ac46-b5d6e2c11b09" providerId="ADAL" clId="{763D4DEB-675D-4A7D-8AA1-F998C4F24B50}" dt="2025-04-28T15:59:44.512" v="4293" actId="164"/>
          <ac:spMkLst>
            <pc:docMk/>
            <pc:sldMk cId="2027693167" sldId="669"/>
            <ac:spMk id="858" creationId="{DCDE25DA-F39A-C1E8-8EA2-972BC18C70D4}"/>
          </ac:spMkLst>
        </pc:spChg>
        <pc:spChg chg="mod">
          <ac:chgData name="Junho Kwak" userId="62373a31-634f-41fb-ac46-b5d6e2c11b09" providerId="ADAL" clId="{763D4DEB-675D-4A7D-8AA1-F998C4F24B50}" dt="2025-04-28T16:01:20.180" v="4325" actId="164"/>
          <ac:spMkLst>
            <pc:docMk/>
            <pc:sldMk cId="2027693167" sldId="669"/>
            <ac:spMk id="886" creationId="{80339867-EE59-D282-D0A4-5C85EC37CA2F}"/>
          </ac:spMkLst>
        </pc:spChg>
        <pc:spChg chg="mod topLvl">
          <ac:chgData name="Junho Kwak" userId="62373a31-634f-41fb-ac46-b5d6e2c11b09" providerId="ADAL" clId="{763D4DEB-675D-4A7D-8AA1-F998C4F24B50}" dt="2025-04-28T16:10:45.994" v="4353" actId="165"/>
          <ac:spMkLst>
            <pc:docMk/>
            <pc:sldMk cId="2027693167" sldId="669"/>
            <ac:spMk id="890" creationId="{96148BAD-0A2B-2513-8227-618B1A5497AC}"/>
          </ac:spMkLst>
        </pc:spChg>
        <pc:spChg chg="mod">
          <ac:chgData name="Junho Kwak" userId="62373a31-634f-41fb-ac46-b5d6e2c11b09" providerId="ADAL" clId="{763D4DEB-675D-4A7D-8AA1-F998C4F24B50}" dt="2025-04-28T15:59:57.164" v="4296" actId="571"/>
          <ac:spMkLst>
            <pc:docMk/>
            <pc:sldMk cId="2027693167" sldId="669"/>
            <ac:spMk id="891" creationId="{FFBFE1A5-56A8-03C8-301D-35D0575C267B}"/>
          </ac:spMkLst>
        </pc:spChg>
        <pc:spChg chg="mod">
          <ac:chgData name="Junho Kwak" userId="62373a31-634f-41fb-ac46-b5d6e2c11b09" providerId="ADAL" clId="{763D4DEB-675D-4A7D-8AA1-F998C4F24B50}" dt="2025-04-28T16:10:45.994" v="4353" actId="165"/>
          <ac:spMkLst>
            <pc:docMk/>
            <pc:sldMk cId="2027693167" sldId="669"/>
            <ac:spMk id="892" creationId="{6BDCD760-691A-6062-6F6B-FBF180800EFA}"/>
          </ac:spMkLst>
        </pc:spChg>
        <pc:spChg chg="mod">
          <ac:chgData name="Junho Kwak" userId="62373a31-634f-41fb-ac46-b5d6e2c11b09" providerId="ADAL" clId="{763D4DEB-675D-4A7D-8AA1-F998C4F24B50}" dt="2025-04-28T16:10:45.994" v="4353" actId="165"/>
          <ac:spMkLst>
            <pc:docMk/>
            <pc:sldMk cId="2027693167" sldId="669"/>
            <ac:spMk id="894" creationId="{D22F0378-2841-3EBB-00AC-3435100FE6DB}"/>
          </ac:spMkLst>
        </pc:spChg>
        <pc:spChg chg="mod">
          <ac:chgData name="Junho Kwak" userId="62373a31-634f-41fb-ac46-b5d6e2c11b09" providerId="ADAL" clId="{763D4DEB-675D-4A7D-8AA1-F998C4F24B50}" dt="2025-04-28T16:10:45.994" v="4353" actId="165"/>
          <ac:spMkLst>
            <pc:docMk/>
            <pc:sldMk cId="2027693167" sldId="669"/>
            <ac:spMk id="896" creationId="{B4B482DE-2BBC-AC16-5E87-A6DDFD5D0416}"/>
          </ac:spMkLst>
        </pc:spChg>
        <pc:spChg chg="mod">
          <ac:chgData name="Junho Kwak" userId="62373a31-634f-41fb-ac46-b5d6e2c11b09" providerId="ADAL" clId="{763D4DEB-675D-4A7D-8AA1-F998C4F24B50}" dt="2025-04-28T16:11:47.300" v="4363" actId="207"/>
          <ac:spMkLst>
            <pc:docMk/>
            <pc:sldMk cId="2027693167" sldId="669"/>
            <ac:spMk id="897" creationId="{41818989-8C9D-CAFE-EEA6-2DEDF5D776F6}"/>
          </ac:spMkLst>
        </pc:spChg>
        <pc:spChg chg="mod">
          <ac:chgData name="Junho Kwak" userId="62373a31-634f-41fb-ac46-b5d6e2c11b09" providerId="ADAL" clId="{763D4DEB-675D-4A7D-8AA1-F998C4F24B50}" dt="2025-04-28T16:11:47.300" v="4363" actId="207"/>
          <ac:spMkLst>
            <pc:docMk/>
            <pc:sldMk cId="2027693167" sldId="669"/>
            <ac:spMk id="898" creationId="{340EE6BD-AA63-3BF2-B8AA-7033C671BF63}"/>
          </ac:spMkLst>
        </pc:spChg>
        <pc:spChg chg="mod topLvl">
          <ac:chgData name="Junho Kwak" userId="62373a31-634f-41fb-ac46-b5d6e2c11b09" providerId="ADAL" clId="{763D4DEB-675D-4A7D-8AA1-F998C4F24B50}" dt="2025-04-28T16:11:47.300" v="4363" actId="207"/>
          <ac:spMkLst>
            <pc:docMk/>
            <pc:sldMk cId="2027693167" sldId="669"/>
            <ac:spMk id="899" creationId="{580EF7E6-97D8-F816-6AFA-5606BD338B70}"/>
          </ac:spMkLst>
        </pc:spChg>
        <pc:spChg chg="mod">
          <ac:chgData name="Junho Kwak" userId="62373a31-634f-41fb-ac46-b5d6e2c11b09" providerId="ADAL" clId="{763D4DEB-675D-4A7D-8AA1-F998C4F24B50}" dt="2025-04-28T16:11:47.300" v="4363" actId="207"/>
          <ac:spMkLst>
            <pc:docMk/>
            <pc:sldMk cId="2027693167" sldId="669"/>
            <ac:spMk id="900" creationId="{4C906988-A5F1-C9B2-63F5-BEFC36D16C15}"/>
          </ac:spMkLst>
        </pc:spChg>
        <pc:spChg chg="mod topLvl">
          <ac:chgData name="Junho Kwak" userId="62373a31-634f-41fb-ac46-b5d6e2c11b09" providerId="ADAL" clId="{763D4DEB-675D-4A7D-8AA1-F998C4F24B50}" dt="2025-04-28T16:11:47.300" v="4363" actId="207"/>
          <ac:spMkLst>
            <pc:docMk/>
            <pc:sldMk cId="2027693167" sldId="669"/>
            <ac:spMk id="901" creationId="{05A88EF8-EC6F-8D3E-C4A8-3EC65299D2BB}"/>
          </ac:spMkLst>
        </pc:spChg>
        <pc:spChg chg="mod">
          <ac:chgData name="Junho Kwak" userId="62373a31-634f-41fb-ac46-b5d6e2c11b09" providerId="ADAL" clId="{763D4DEB-675D-4A7D-8AA1-F998C4F24B50}" dt="2025-04-28T16:11:47.300" v="4363" actId="207"/>
          <ac:spMkLst>
            <pc:docMk/>
            <pc:sldMk cId="2027693167" sldId="669"/>
            <ac:spMk id="902" creationId="{C8F83FB3-0278-CF23-25FA-3485A2C4F1E3}"/>
          </ac:spMkLst>
        </pc:spChg>
        <pc:spChg chg="mod">
          <ac:chgData name="Junho Kwak" userId="62373a31-634f-41fb-ac46-b5d6e2c11b09" providerId="ADAL" clId="{763D4DEB-675D-4A7D-8AA1-F998C4F24B50}" dt="2025-04-28T16:11:47.300" v="4363" actId="207"/>
          <ac:spMkLst>
            <pc:docMk/>
            <pc:sldMk cId="2027693167" sldId="669"/>
            <ac:spMk id="903" creationId="{C0BABBD8-BAD9-7420-3BDD-0C871DE67F0E}"/>
          </ac:spMkLst>
        </pc:spChg>
        <pc:spChg chg="mod">
          <ac:chgData name="Junho Kwak" userId="62373a31-634f-41fb-ac46-b5d6e2c11b09" providerId="ADAL" clId="{763D4DEB-675D-4A7D-8AA1-F998C4F24B50}" dt="2025-04-28T15:59:57.164" v="4296" actId="571"/>
          <ac:spMkLst>
            <pc:docMk/>
            <pc:sldMk cId="2027693167" sldId="669"/>
            <ac:spMk id="904" creationId="{7899457C-BFE0-8FEC-DF74-E990CB517528}"/>
          </ac:spMkLst>
        </pc:spChg>
        <pc:spChg chg="mod">
          <ac:chgData name="Junho Kwak" userId="62373a31-634f-41fb-ac46-b5d6e2c11b09" providerId="ADAL" clId="{763D4DEB-675D-4A7D-8AA1-F998C4F24B50}" dt="2025-04-28T16:11:47.300" v="4363" actId="207"/>
          <ac:spMkLst>
            <pc:docMk/>
            <pc:sldMk cId="2027693167" sldId="669"/>
            <ac:spMk id="905" creationId="{34F4D989-B4B0-86A3-65FC-8A31BF427E81}"/>
          </ac:spMkLst>
        </pc:spChg>
        <pc:spChg chg="mod">
          <ac:chgData name="Junho Kwak" userId="62373a31-634f-41fb-ac46-b5d6e2c11b09" providerId="ADAL" clId="{763D4DEB-675D-4A7D-8AA1-F998C4F24B50}" dt="2025-04-28T15:59:57.164" v="4296" actId="571"/>
          <ac:spMkLst>
            <pc:docMk/>
            <pc:sldMk cId="2027693167" sldId="669"/>
            <ac:spMk id="906" creationId="{8A34B5E9-1A3A-5A9C-192E-5641C25681F9}"/>
          </ac:spMkLst>
        </pc:spChg>
        <pc:spChg chg="mod">
          <ac:chgData name="Junho Kwak" userId="62373a31-634f-41fb-ac46-b5d6e2c11b09" providerId="ADAL" clId="{763D4DEB-675D-4A7D-8AA1-F998C4F24B50}" dt="2025-04-28T16:11:47.300" v="4363" actId="207"/>
          <ac:spMkLst>
            <pc:docMk/>
            <pc:sldMk cId="2027693167" sldId="669"/>
            <ac:spMk id="907" creationId="{C4D15E66-7F14-E03D-A77E-1EB013EA88B5}"/>
          </ac:spMkLst>
        </pc:spChg>
        <pc:spChg chg="mod">
          <ac:chgData name="Junho Kwak" userId="62373a31-634f-41fb-ac46-b5d6e2c11b09" providerId="ADAL" clId="{763D4DEB-675D-4A7D-8AA1-F998C4F24B50}" dt="2025-04-28T16:11:47.300" v="4363" actId="207"/>
          <ac:spMkLst>
            <pc:docMk/>
            <pc:sldMk cId="2027693167" sldId="669"/>
            <ac:spMk id="908" creationId="{A8137E93-0783-BB46-3A6E-FAC7B0687C45}"/>
          </ac:spMkLst>
        </pc:spChg>
        <pc:spChg chg="add mod">
          <ac:chgData name="Junho Kwak" userId="62373a31-634f-41fb-ac46-b5d6e2c11b09" providerId="ADAL" clId="{763D4DEB-675D-4A7D-8AA1-F998C4F24B50}" dt="2025-04-28T16:02:40.066" v="4338" actId="14100"/>
          <ac:spMkLst>
            <pc:docMk/>
            <pc:sldMk cId="2027693167" sldId="669"/>
            <ac:spMk id="912" creationId="{DA299011-3B12-A701-E819-121985494CA8}"/>
          </ac:spMkLst>
        </pc:spChg>
        <pc:spChg chg="add mod">
          <ac:chgData name="Junho Kwak" userId="62373a31-634f-41fb-ac46-b5d6e2c11b09" providerId="ADAL" clId="{763D4DEB-675D-4A7D-8AA1-F998C4F24B50}" dt="2025-04-28T16:02:43.217" v="4339" actId="571"/>
          <ac:spMkLst>
            <pc:docMk/>
            <pc:sldMk cId="2027693167" sldId="669"/>
            <ac:spMk id="913" creationId="{1F3977AD-4545-C60B-F014-439BD3382539}"/>
          </ac:spMkLst>
        </pc:spChg>
        <pc:spChg chg="add mod">
          <ac:chgData name="Junho Kwak" userId="62373a31-634f-41fb-ac46-b5d6e2c11b09" providerId="ADAL" clId="{763D4DEB-675D-4A7D-8AA1-F998C4F24B50}" dt="2025-04-28T16:16:00.832" v="4418" actId="408"/>
          <ac:spMkLst>
            <pc:docMk/>
            <pc:sldMk cId="2027693167" sldId="669"/>
            <ac:spMk id="916" creationId="{A4F8A8DE-F9A2-CF4B-C4FF-6CC9C885FC0F}"/>
          </ac:spMkLst>
        </pc:spChg>
        <pc:spChg chg="add mod">
          <ac:chgData name="Junho Kwak" userId="62373a31-634f-41fb-ac46-b5d6e2c11b09" providerId="ADAL" clId="{763D4DEB-675D-4A7D-8AA1-F998C4F24B50}" dt="2025-04-28T16:16:23.165" v="4423" actId="408"/>
          <ac:spMkLst>
            <pc:docMk/>
            <pc:sldMk cId="2027693167" sldId="669"/>
            <ac:spMk id="917" creationId="{55E8E313-C46B-8228-899A-D9026E4609C0}"/>
          </ac:spMkLst>
        </pc:spChg>
        <pc:spChg chg="add mod">
          <ac:chgData name="Junho Kwak" userId="62373a31-634f-41fb-ac46-b5d6e2c11b09" providerId="ADAL" clId="{763D4DEB-675D-4A7D-8AA1-F998C4F24B50}" dt="2025-04-28T16:16:39.836" v="4428" actId="408"/>
          <ac:spMkLst>
            <pc:docMk/>
            <pc:sldMk cId="2027693167" sldId="669"/>
            <ac:spMk id="918" creationId="{EBF79D16-27CC-E58B-9BD2-C53DB12A6A9D}"/>
          </ac:spMkLst>
        </pc:spChg>
        <pc:spChg chg="add mod">
          <ac:chgData name="Junho Kwak" userId="62373a31-634f-41fb-ac46-b5d6e2c11b09" providerId="ADAL" clId="{763D4DEB-675D-4A7D-8AA1-F998C4F24B50}" dt="2025-04-28T16:15:42.890" v="4416" actId="465"/>
          <ac:spMkLst>
            <pc:docMk/>
            <pc:sldMk cId="2027693167" sldId="669"/>
            <ac:spMk id="919" creationId="{E9E945AF-5F7E-493F-A700-C359E908E238}"/>
          </ac:spMkLst>
        </pc:spChg>
        <pc:spChg chg="add mod">
          <ac:chgData name="Junho Kwak" userId="62373a31-634f-41fb-ac46-b5d6e2c11b09" providerId="ADAL" clId="{763D4DEB-675D-4A7D-8AA1-F998C4F24B50}" dt="2025-04-28T16:15:32.440" v="4414" actId="465"/>
          <ac:spMkLst>
            <pc:docMk/>
            <pc:sldMk cId="2027693167" sldId="669"/>
            <ac:spMk id="922" creationId="{8B3CA679-FCFA-FFBE-122C-E5DF6C121066}"/>
          </ac:spMkLst>
        </pc:spChg>
        <pc:spChg chg="add mod">
          <ac:chgData name="Junho Kwak" userId="62373a31-634f-41fb-ac46-b5d6e2c11b09" providerId="ADAL" clId="{763D4DEB-675D-4A7D-8AA1-F998C4F24B50}" dt="2025-04-28T16:17:21.881" v="4438" actId="688"/>
          <ac:spMkLst>
            <pc:docMk/>
            <pc:sldMk cId="2027693167" sldId="669"/>
            <ac:spMk id="926" creationId="{D3526BF5-6346-4FB6-5C82-B9EEA818E3AC}"/>
          </ac:spMkLst>
        </pc:spChg>
        <pc:spChg chg="add mod">
          <ac:chgData name="Junho Kwak" userId="62373a31-634f-41fb-ac46-b5d6e2c11b09" providerId="ADAL" clId="{763D4DEB-675D-4A7D-8AA1-F998C4F24B50}" dt="2025-04-28T16:19:53.735" v="4474"/>
          <ac:spMkLst>
            <pc:docMk/>
            <pc:sldMk cId="2027693167" sldId="669"/>
            <ac:spMk id="928" creationId="{584408A0-8994-B92C-4DA8-CF2841F8A62C}"/>
          </ac:spMkLst>
        </pc:spChg>
        <pc:spChg chg="add mod">
          <ac:chgData name="Junho Kwak" userId="62373a31-634f-41fb-ac46-b5d6e2c11b09" providerId="ADAL" clId="{763D4DEB-675D-4A7D-8AA1-F998C4F24B50}" dt="2025-04-28T16:20:58.871" v="4490"/>
          <ac:spMkLst>
            <pc:docMk/>
            <pc:sldMk cId="2027693167" sldId="669"/>
            <ac:spMk id="929" creationId="{5588F43C-A0FE-BD1B-CB98-989BFA96A549}"/>
          </ac:spMkLst>
        </pc:spChg>
        <pc:spChg chg="add mod">
          <ac:chgData name="Junho Kwak" userId="62373a31-634f-41fb-ac46-b5d6e2c11b09" providerId="ADAL" clId="{763D4DEB-675D-4A7D-8AA1-F998C4F24B50}" dt="2025-04-28T16:22:41.638" v="4507"/>
          <ac:spMkLst>
            <pc:docMk/>
            <pc:sldMk cId="2027693167" sldId="669"/>
            <ac:spMk id="930" creationId="{0C53F6FF-9809-56F3-D223-5353CF47F2E3}"/>
          </ac:spMkLst>
        </pc:spChg>
        <pc:spChg chg="add mod">
          <ac:chgData name="Junho Kwak" userId="62373a31-634f-41fb-ac46-b5d6e2c11b09" providerId="ADAL" clId="{763D4DEB-675D-4A7D-8AA1-F998C4F24B50}" dt="2025-04-28T16:46:46.636" v="4734" actId="14100"/>
          <ac:spMkLst>
            <pc:docMk/>
            <pc:sldMk cId="2027693167" sldId="669"/>
            <ac:spMk id="932" creationId="{CB601009-AA8D-7BB7-AC72-A0DFD607530D}"/>
          </ac:spMkLst>
        </pc:spChg>
        <pc:spChg chg="add mod">
          <ac:chgData name="Junho Kwak" userId="62373a31-634f-41fb-ac46-b5d6e2c11b09" providerId="ADAL" clId="{763D4DEB-675D-4A7D-8AA1-F998C4F24B50}" dt="2025-04-28T16:45:33.585" v="4715" actId="14100"/>
          <ac:spMkLst>
            <pc:docMk/>
            <pc:sldMk cId="2027693167" sldId="669"/>
            <ac:spMk id="933" creationId="{D0BFC6DF-3AA1-C231-8D41-97D47743C5D5}"/>
          </ac:spMkLst>
        </pc:spChg>
        <pc:spChg chg="mod">
          <ac:chgData name="Junho Kwak" userId="62373a31-634f-41fb-ac46-b5d6e2c11b09" providerId="ADAL" clId="{763D4DEB-675D-4A7D-8AA1-F998C4F24B50}" dt="2025-04-28T16:25:27.364" v="4524"/>
          <ac:spMkLst>
            <pc:docMk/>
            <pc:sldMk cId="2027693167" sldId="669"/>
            <ac:spMk id="935" creationId="{C3FCA8F5-1C88-58DC-B000-C714F681E8B6}"/>
          </ac:spMkLst>
        </pc:spChg>
        <pc:spChg chg="mod">
          <ac:chgData name="Junho Kwak" userId="62373a31-634f-41fb-ac46-b5d6e2c11b09" providerId="ADAL" clId="{763D4DEB-675D-4A7D-8AA1-F998C4F24B50}" dt="2025-04-28T18:51:20.764" v="4751" actId="20577"/>
          <ac:spMkLst>
            <pc:docMk/>
            <pc:sldMk cId="2027693167" sldId="669"/>
            <ac:spMk id="936" creationId="{54A14FB4-FF97-FC6E-16BE-22A78C8E90A9}"/>
          </ac:spMkLst>
        </pc:spChg>
        <pc:spChg chg="add mod">
          <ac:chgData name="Junho Kwak" userId="62373a31-634f-41fb-ac46-b5d6e2c11b09" providerId="ADAL" clId="{763D4DEB-675D-4A7D-8AA1-F998C4F24B50}" dt="2025-04-28T16:46:32.506" v="4730" actId="1076"/>
          <ac:spMkLst>
            <pc:docMk/>
            <pc:sldMk cId="2027693167" sldId="669"/>
            <ac:spMk id="940" creationId="{1F111574-352E-8FF8-B3EF-A9256B6D7E4B}"/>
          </ac:spMkLst>
        </pc:spChg>
        <pc:spChg chg="add mod">
          <ac:chgData name="Junho Kwak" userId="62373a31-634f-41fb-ac46-b5d6e2c11b09" providerId="ADAL" clId="{763D4DEB-675D-4A7D-8AA1-F998C4F24B50}" dt="2025-04-28T16:46:55.028" v="4735" actId="408"/>
          <ac:spMkLst>
            <pc:docMk/>
            <pc:sldMk cId="2027693167" sldId="669"/>
            <ac:spMk id="941" creationId="{4A0929B7-CA34-F1AB-2624-B0EDC5ABBB67}"/>
          </ac:spMkLst>
        </pc:spChg>
        <pc:grpChg chg="add mod">
          <ac:chgData name="Junho Kwak" userId="62373a31-634f-41fb-ac46-b5d6e2c11b09" providerId="ADAL" clId="{763D4DEB-675D-4A7D-8AA1-F998C4F24B50}" dt="2025-04-28T15:43:00.179" v="4108" actId="164"/>
          <ac:grpSpMkLst>
            <pc:docMk/>
            <pc:sldMk cId="2027693167" sldId="669"/>
            <ac:grpSpMk id="503" creationId="{32E42D01-741A-B57B-5545-496CD5F60D0A}"/>
          </ac:grpSpMkLst>
        </pc:grpChg>
        <pc:grpChg chg="mod">
          <ac:chgData name="Junho Kwak" userId="62373a31-634f-41fb-ac46-b5d6e2c11b09" providerId="ADAL" clId="{763D4DEB-675D-4A7D-8AA1-F998C4F24B50}" dt="2025-04-28T15:43:00.179" v="4108" actId="164"/>
          <ac:grpSpMkLst>
            <pc:docMk/>
            <pc:sldMk cId="2027693167" sldId="669"/>
            <ac:grpSpMk id="504" creationId="{1993A081-2C26-B636-D3B3-E3518BF108EB}"/>
          </ac:grpSpMkLst>
        </pc:grpChg>
        <pc:grpChg chg="add mod">
          <ac:chgData name="Junho Kwak" userId="62373a31-634f-41fb-ac46-b5d6e2c11b09" providerId="ADAL" clId="{763D4DEB-675D-4A7D-8AA1-F998C4F24B50}" dt="2025-04-28T16:01:30.232" v="4327" actId="164"/>
          <ac:grpSpMkLst>
            <pc:docMk/>
            <pc:sldMk cId="2027693167" sldId="669"/>
            <ac:grpSpMk id="505" creationId="{A919BCC5-7A7A-536C-E6A0-FC626F58DAE0}"/>
          </ac:grpSpMkLst>
        </pc:grpChg>
        <pc:grpChg chg="mod">
          <ac:chgData name="Junho Kwak" userId="62373a31-634f-41fb-ac46-b5d6e2c11b09" providerId="ADAL" clId="{763D4DEB-675D-4A7D-8AA1-F998C4F24B50}" dt="2025-04-28T16:01:30.232" v="4327" actId="164"/>
          <ac:grpSpMkLst>
            <pc:docMk/>
            <pc:sldMk cId="2027693167" sldId="669"/>
            <ac:grpSpMk id="507" creationId="{0FA44FE3-09E2-AAD0-4782-9F1C9276BE84}"/>
          </ac:grpSpMkLst>
        </pc:grpChg>
        <pc:grpChg chg="mod">
          <ac:chgData name="Junho Kwak" userId="62373a31-634f-41fb-ac46-b5d6e2c11b09" providerId="ADAL" clId="{763D4DEB-675D-4A7D-8AA1-F998C4F24B50}" dt="2025-04-28T16:01:30.232" v="4327" actId="164"/>
          <ac:grpSpMkLst>
            <pc:docMk/>
            <pc:sldMk cId="2027693167" sldId="669"/>
            <ac:grpSpMk id="716" creationId="{234AE554-E238-EAA6-875E-EC084007E0BD}"/>
          </ac:grpSpMkLst>
        </pc:grpChg>
        <pc:grpChg chg="add mod">
          <ac:chgData name="Junho Kwak" userId="62373a31-634f-41fb-ac46-b5d6e2c11b09" providerId="ADAL" clId="{763D4DEB-675D-4A7D-8AA1-F998C4F24B50}" dt="2025-04-28T16:25:53.586" v="4529" actId="1076"/>
          <ac:grpSpMkLst>
            <pc:docMk/>
            <pc:sldMk cId="2027693167" sldId="669"/>
            <ac:grpSpMk id="934" creationId="{7D6214E9-A05B-1CF0-CCD2-0DD036E587BF}"/>
          </ac:grpSpMkLst>
        </pc:grpChg>
      </pc:sldChg>
      <pc:sldChg chg="addSp delSp modSp add mod">
        <pc:chgData name="Junho Kwak" userId="62373a31-634f-41fb-ac46-b5d6e2c11b09" providerId="ADAL" clId="{763D4DEB-675D-4A7D-8AA1-F998C4F24B50}" dt="2025-05-09T02:53:40.400" v="7188" actId="20577"/>
        <pc:sldMkLst>
          <pc:docMk/>
          <pc:sldMk cId="3602252279" sldId="670"/>
        </pc:sldMkLst>
        <pc:spChg chg="mod">
          <ac:chgData name="Junho Kwak" userId="62373a31-634f-41fb-ac46-b5d6e2c11b09" providerId="ADAL" clId="{763D4DEB-675D-4A7D-8AA1-F998C4F24B50}" dt="2025-04-30T06:53:11.940" v="5985" actId="20577"/>
          <ac:spMkLst>
            <pc:docMk/>
            <pc:sldMk cId="3602252279" sldId="670"/>
            <ac:spMk id="3" creationId="{577A881D-80D8-22F8-59E5-71B008BCA9DC}"/>
          </ac:spMkLst>
        </pc:spChg>
        <pc:spChg chg="add mod">
          <ac:chgData name="Junho Kwak" userId="62373a31-634f-41fb-ac46-b5d6e2c11b09" providerId="ADAL" clId="{763D4DEB-675D-4A7D-8AA1-F998C4F24B50}" dt="2025-05-09T02:53:40.400" v="7188" actId="20577"/>
          <ac:spMkLst>
            <pc:docMk/>
            <pc:sldMk cId="3602252279" sldId="670"/>
            <ac:spMk id="6" creationId="{7A8EBA5C-AB46-8A4E-691E-F3AA187607A1}"/>
          </ac:spMkLst>
        </pc:spChg>
        <pc:spChg chg="add mod">
          <ac:chgData name="Junho Kwak" userId="62373a31-634f-41fb-ac46-b5d6e2c11b09" providerId="ADAL" clId="{763D4DEB-675D-4A7D-8AA1-F998C4F24B50}" dt="2025-05-09T02:53:33.105" v="7178" actId="20577"/>
          <ac:spMkLst>
            <pc:docMk/>
            <pc:sldMk cId="3602252279" sldId="670"/>
            <ac:spMk id="9" creationId="{81902F9C-7FDC-33C8-D78A-92F4301B6369}"/>
          </ac:spMkLst>
        </pc:spChg>
        <pc:picChg chg="add mod">
          <ac:chgData name="Junho Kwak" userId="62373a31-634f-41fb-ac46-b5d6e2c11b09" providerId="ADAL" clId="{763D4DEB-675D-4A7D-8AA1-F998C4F24B50}" dt="2025-04-30T06:53:14.316" v="5986" actId="1076"/>
          <ac:picMkLst>
            <pc:docMk/>
            <pc:sldMk cId="3602252279" sldId="670"/>
            <ac:picMk id="4" creationId="{7C02CAC8-4161-ACAE-1DD0-8766C239E69F}"/>
          </ac:picMkLst>
        </pc:picChg>
        <pc:picChg chg="add mod">
          <ac:chgData name="Junho Kwak" userId="62373a31-634f-41fb-ac46-b5d6e2c11b09" providerId="ADAL" clId="{763D4DEB-675D-4A7D-8AA1-F998C4F24B50}" dt="2025-04-30T06:52:59.701" v="5967" actId="1076"/>
          <ac:picMkLst>
            <pc:docMk/>
            <pc:sldMk cId="3602252279" sldId="670"/>
            <ac:picMk id="5" creationId="{F6D844F1-6F13-5812-0869-A647D3B938BD}"/>
          </ac:picMkLst>
        </pc:picChg>
        <pc:picChg chg="add mod">
          <ac:chgData name="Junho Kwak" userId="62373a31-634f-41fb-ac46-b5d6e2c11b09" providerId="ADAL" clId="{763D4DEB-675D-4A7D-8AA1-F998C4F24B50}" dt="2025-04-30T06:53:52.658" v="5990" actId="692"/>
          <ac:picMkLst>
            <pc:docMk/>
            <pc:sldMk cId="3602252279" sldId="670"/>
            <ac:picMk id="7" creationId="{C82A7AE5-52CC-8D87-FCBC-3351A207F7C8}"/>
          </ac:picMkLst>
        </pc:picChg>
        <pc:picChg chg="add mod">
          <ac:chgData name="Junho Kwak" userId="62373a31-634f-41fb-ac46-b5d6e2c11b09" providerId="ADAL" clId="{763D4DEB-675D-4A7D-8AA1-F998C4F24B50}" dt="2025-04-30T06:52:55.708" v="5965" actId="1076"/>
          <ac:picMkLst>
            <pc:docMk/>
            <pc:sldMk cId="3602252279" sldId="670"/>
            <ac:picMk id="8" creationId="{E9D0F8E1-F80C-4B19-19F3-B13BFCABBFB7}"/>
          </ac:picMkLst>
        </pc:picChg>
      </pc:sldChg>
      <pc:sldChg chg="modSp add mod">
        <pc:chgData name="Junho Kwak" userId="62373a31-634f-41fb-ac46-b5d6e2c11b09" providerId="ADAL" clId="{763D4DEB-675D-4A7D-8AA1-F998C4F24B50}" dt="2025-04-29T06:09:10.021" v="5242" actId="11"/>
        <pc:sldMkLst>
          <pc:docMk/>
          <pc:sldMk cId="4243215807" sldId="671"/>
        </pc:sldMkLst>
        <pc:spChg chg="mod">
          <ac:chgData name="Junho Kwak" userId="62373a31-634f-41fb-ac46-b5d6e2c11b09" providerId="ADAL" clId="{763D4DEB-675D-4A7D-8AA1-F998C4F24B50}" dt="2025-04-29T06:09:10.021" v="5242" actId="11"/>
          <ac:spMkLst>
            <pc:docMk/>
            <pc:sldMk cId="4243215807" sldId="671"/>
            <ac:spMk id="4" creationId="{F0141F34-F123-D7B7-CACA-7615A63B2FCB}"/>
          </ac:spMkLst>
        </pc:spChg>
      </pc:sldChg>
      <pc:sldChg chg="new del">
        <pc:chgData name="Junho Kwak" userId="62373a31-634f-41fb-ac46-b5d6e2c11b09" providerId="ADAL" clId="{763D4DEB-675D-4A7D-8AA1-F998C4F24B50}" dt="2025-04-29T12:07:37.178" v="5456" actId="47"/>
        <pc:sldMkLst>
          <pc:docMk/>
          <pc:sldMk cId="3768975747" sldId="672"/>
        </pc:sldMkLst>
      </pc:sldChg>
      <pc:sldChg chg="addSp delSp modSp add mod">
        <pc:chgData name="Junho Kwak" userId="62373a31-634f-41fb-ac46-b5d6e2c11b09" providerId="ADAL" clId="{763D4DEB-675D-4A7D-8AA1-F998C4F24B50}" dt="2025-05-09T03:02:54.341" v="7223" actId="478"/>
        <pc:sldMkLst>
          <pc:docMk/>
          <pc:sldMk cId="2234512034" sldId="673"/>
        </pc:sldMkLst>
        <pc:spChg chg="add mod">
          <ac:chgData name="Junho Kwak" userId="62373a31-634f-41fb-ac46-b5d6e2c11b09" providerId="ADAL" clId="{763D4DEB-675D-4A7D-8AA1-F998C4F24B50}" dt="2025-05-09T02:20:55.146" v="7032" actId="167"/>
          <ac:spMkLst>
            <pc:docMk/>
            <pc:sldMk cId="2234512034" sldId="673"/>
            <ac:spMk id="2" creationId="{D5982FC6-1CEC-F923-E0B0-A96851230CFB}"/>
          </ac:spMkLst>
        </pc:spChg>
        <pc:spChg chg="mod topLvl">
          <ac:chgData name="Junho Kwak" userId="62373a31-634f-41fb-ac46-b5d6e2c11b09" providerId="ADAL" clId="{763D4DEB-675D-4A7D-8AA1-F998C4F24B50}" dt="2025-05-09T02:22:15.319" v="7036" actId="1076"/>
          <ac:spMkLst>
            <pc:docMk/>
            <pc:sldMk cId="2234512034" sldId="673"/>
            <ac:spMk id="4" creationId="{344D2BED-AA11-AC84-D8CF-7E103786E1B8}"/>
          </ac:spMkLst>
        </pc:spChg>
        <pc:spChg chg="mod topLvl">
          <ac:chgData name="Junho Kwak" userId="62373a31-634f-41fb-ac46-b5d6e2c11b09" providerId="ADAL" clId="{763D4DEB-675D-4A7D-8AA1-F998C4F24B50}" dt="2025-05-09T02:22:39.244" v="7044" actId="1076"/>
          <ac:spMkLst>
            <pc:docMk/>
            <pc:sldMk cId="2234512034" sldId="673"/>
            <ac:spMk id="5" creationId="{BC23CE33-7CEE-5D1A-2344-739FACE8F4E1}"/>
          </ac:spMkLst>
        </pc:spChg>
        <pc:spChg chg="add mod">
          <ac:chgData name="Junho Kwak" userId="62373a31-634f-41fb-ac46-b5d6e2c11b09" providerId="ADAL" clId="{763D4DEB-675D-4A7D-8AA1-F998C4F24B50}" dt="2025-05-09T02:20:55.146" v="7032" actId="167"/>
          <ac:spMkLst>
            <pc:docMk/>
            <pc:sldMk cId="2234512034" sldId="673"/>
            <ac:spMk id="6" creationId="{19EF1E81-2576-9C07-5172-A29D43F3AB15}"/>
          </ac:spMkLst>
        </pc:spChg>
        <pc:spChg chg="mod topLvl">
          <ac:chgData name="Junho Kwak" userId="62373a31-634f-41fb-ac46-b5d6e2c11b09" providerId="ADAL" clId="{763D4DEB-675D-4A7D-8AA1-F998C4F24B50}" dt="2025-05-09T03:02:03.246" v="7219" actId="164"/>
          <ac:spMkLst>
            <pc:docMk/>
            <pc:sldMk cId="2234512034" sldId="673"/>
            <ac:spMk id="11" creationId="{34933294-BCE6-CDFD-A9CD-67BBA281F254}"/>
          </ac:spMkLst>
        </pc:spChg>
        <pc:spChg chg="add mod topLvl">
          <ac:chgData name="Junho Kwak" userId="62373a31-634f-41fb-ac46-b5d6e2c11b09" providerId="ADAL" clId="{763D4DEB-675D-4A7D-8AA1-F998C4F24B50}" dt="2025-05-09T02:21:26.214" v="7034" actId="1076"/>
          <ac:spMkLst>
            <pc:docMk/>
            <pc:sldMk cId="2234512034" sldId="673"/>
            <ac:spMk id="14" creationId="{579D338D-8223-872D-AC91-12386D393447}"/>
          </ac:spMkLst>
        </pc:spChg>
        <pc:spChg chg="add mod topLvl">
          <ac:chgData name="Junho Kwak" userId="62373a31-634f-41fb-ac46-b5d6e2c11b09" providerId="ADAL" clId="{763D4DEB-675D-4A7D-8AA1-F998C4F24B50}" dt="2025-05-09T02:36:56.601" v="7051" actId="1076"/>
          <ac:spMkLst>
            <pc:docMk/>
            <pc:sldMk cId="2234512034" sldId="673"/>
            <ac:spMk id="15" creationId="{EFF5FE7D-0EED-8BB3-3644-7E121B23A50E}"/>
          </ac:spMkLst>
        </pc:spChg>
        <pc:spChg chg="mod topLvl">
          <ac:chgData name="Junho Kwak" userId="62373a31-634f-41fb-ac46-b5d6e2c11b09" providerId="ADAL" clId="{763D4DEB-675D-4A7D-8AA1-F998C4F24B50}" dt="2025-05-09T02:05:31.312" v="7023" actId="1076"/>
          <ac:spMkLst>
            <pc:docMk/>
            <pc:sldMk cId="2234512034" sldId="673"/>
            <ac:spMk id="16" creationId="{15307589-520D-E442-F1DF-85AB190FB21E}"/>
          </ac:spMkLst>
        </pc:spChg>
        <pc:spChg chg="add mod">
          <ac:chgData name="Junho Kwak" userId="62373a31-634f-41fb-ac46-b5d6e2c11b09" providerId="ADAL" clId="{763D4DEB-675D-4A7D-8AA1-F998C4F24B50}" dt="2025-05-09T03:02:03.246" v="7219" actId="164"/>
          <ac:spMkLst>
            <pc:docMk/>
            <pc:sldMk cId="2234512034" sldId="673"/>
            <ac:spMk id="17" creationId="{66460AA6-7697-2697-BF40-17A9A6704BFD}"/>
          </ac:spMkLst>
        </pc:spChg>
        <pc:spChg chg="add mod">
          <ac:chgData name="Junho Kwak" userId="62373a31-634f-41fb-ac46-b5d6e2c11b09" providerId="ADAL" clId="{763D4DEB-675D-4A7D-8AA1-F998C4F24B50}" dt="2025-05-09T02:37:14.658" v="7054" actId="1076"/>
          <ac:spMkLst>
            <pc:docMk/>
            <pc:sldMk cId="2234512034" sldId="673"/>
            <ac:spMk id="19" creationId="{34BADDBE-7D9E-0946-0F43-1F7CFAE2953A}"/>
          </ac:spMkLst>
        </pc:spChg>
        <pc:spChg chg="add mod ord topLvl">
          <ac:chgData name="Junho Kwak" userId="62373a31-634f-41fb-ac46-b5d6e2c11b09" providerId="ADAL" clId="{763D4DEB-675D-4A7D-8AA1-F998C4F24B50}" dt="2025-05-09T03:02:03.246" v="7219" actId="164"/>
          <ac:spMkLst>
            <pc:docMk/>
            <pc:sldMk cId="2234512034" sldId="673"/>
            <ac:spMk id="26" creationId="{88C15B78-2B64-EE72-2D94-87E5BF40E9ED}"/>
          </ac:spMkLst>
        </pc:spChg>
        <pc:spChg chg="add mod ord topLvl">
          <ac:chgData name="Junho Kwak" userId="62373a31-634f-41fb-ac46-b5d6e2c11b09" providerId="ADAL" clId="{763D4DEB-675D-4A7D-8AA1-F998C4F24B50}" dt="2025-05-09T03:02:03.246" v="7219" actId="164"/>
          <ac:spMkLst>
            <pc:docMk/>
            <pc:sldMk cId="2234512034" sldId="673"/>
            <ac:spMk id="27" creationId="{95B99864-9D91-013E-E100-DDF35C143467}"/>
          </ac:spMkLst>
        </pc:spChg>
        <pc:spChg chg="add mod ord">
          <ac:chgData name="Junho Kwak" userId="62373a31-634f-41fb-ac46-b5d6e2c11b09" providerId="ADAL" clId="{763D4DEB-675D-4A7D-8AA1-F998C4F24B50}" dt="2025-05-09T03:02:03.246" v="7219" actId="164"/>
          <ac:spMkLst>
            <pc:docMk/>
            <pc:sldMk cId="2234512034" sldId="673"/>
            <ac:spMk id="30" creationId="{48F0106F-F7A5-8A6A-913E-B63FDEE48719}"/>
          </ac:spMkLst>
        </pc:spChg>
        <pc:spChg chg="add mod topLvl">
          <ac:chgData name="Junho Kwak" userId="62373a31-634f-41fb-ac46-b5d6e2c11b09" providerId="ADAL" clId="{763D4DEB-675D-4A7D-8AA1-F998C4F24B50}" dt="2025-05-09T02:41:45.400" v="7067" actId="1076"/>
          <ac:spMkLst>
            <pc:docMk/>
            <pc:sldMk cId="2234512034" sldId="673"/>
            <ac:spMk id="32" creationId="{913CEEB6-AA3C-431B-3405-6CE5C33667D6}"/>
          </ac:spMkLst>
        </pc:spChg>
        <pc:spChg chg="add mod">
          <ac:chgData name="Junho Kwak" userId="62373a31-634f-41fb-ac46-b5d6e2c11b09" providerId="ADAL" clId="{763D4DEB-675D-4A7D-8AA1-F998C4F24B50}" dt="2025-05-09T03:02:03.246" v="7219" actId="164"/>
          <ac:spMkLst>
            <pc:docMk/>
            <pc:sldMk cId="2234512034" sldId="673"/>
            <ac:spMk id="33" creationId="{11E99A36-0EDD-2ABC-D589-44BAB804B2A4}"/>
          </ac:spMkLst>
        </pc:spChg>
        <pc:spChg chg="add mod ord">
          <ac:chgData name="Junho Kwak" userId="62373a31-634f-41fb-ac46-b5d6e2c11b09" providerId="ADAL" clId="{763D4DEB-675D-4A7D-8AA1-F998C4F24B50}" dt="2025-05-09T02:45:21.586" v="7091" actId="1076"/>
          <ac:spMkLst>
            <pc:docMk/>
            <pc:sldMk cId="2234512034" sldId="673"/>
            <ac:spMk id="36" creationId="{86E77949-F3C6-7824-0242-67CAFB704D36}"/>
          </ac:spMkLst>
        </pc:spChg>
        <pc:spChg chg="add mod ord topLvl">
          <ac:chgData name="Junho Kwak" userId="62373a31-634f-41fb-ac46-b5d6e2c11b09" providerId="ADAL" clId="{763D4DEB-675D-4A7D-8AA1-F998C4F24B50}" dt="2025-05-09T02:45:48.974" v="7098" actId="1076"/>
          <ac:spMkLst>
            <pc:docMk/>
            <pc:sldMk cId="2234512034" sldId="673"/>
            <ac:spMk id="37" creationId="{31FA6446-61FD-E6B6-180E-427D72767AE8}"/>
          </ac:spMkLst>
        </pc:spChg>
        <pc:spChg chg="add mod">
          <ac:chgData name="Junho Kwak" userId="62373a31-634f-41fb-ac46-b5d6e2c11b09" providerId="ADAL" clId="{763D4DEB-675D-4A7D-8AA1-F998C4F24B50}" dt="2025-05-09T02:45:25.589" v="7092" actId="1076"/>
          <ac:spMkLst>
            <pc:docMk/>
            <pc:sldMk cId="2234512034" sldId="673"/>
            <ac:spMk id="38" creationId="{9510CBA6-F80F-6CA9-CDF4-847F7DB6DBFA}"/>
          </ac:spMkLst>
        </pc:spChg>
        <pc:spChg chg="add mod topLvl">
          <ac:chgData name="Junho Kwak" userId="62373a31-634f-41fb-ac46-b5d6e2c11b09" providerId="ADAL" clId="{763D4DEB-675D-4A7D-8AA1-F998C4F24B50}" dt="2025-05-09T02:45:45.386" v="7097" actId="1076"/>
          <ac:spMkLst>
            <pc:docMk/>
            <pc:sldMk cId="2234512034" sldId="673"/>
            <ac:spMk id="39" creationId="{3DCB8360-F343-8580-14FE-6D3AD4734721}"/>
          </ac:spMkLst>
        </pc:spChg>
        <pc:spChg chg="add mod topLvl">
          <ac:chgData name="Junho Kwak" userId="62373a31-634f-41fb-ac46-b5d6e2c11b09" providerId="ADAL" clId="{763D4DEB-675D-4A7D-8AA1-F998C4F24B50}" dt="2025-05-09T03:02:03.246" v="7219" actId="164"/>
          <ac:spMkLst>
            <pc:docMk/>
            <pc:sldMk cId="2234512034" sldId="673"/>
            <ac:spMk id="43" creationId="{B7E5B840-0700-1026-8342-070CB55DAEFE}"/>
          </ac:spMkLst>
        </pc:spChg>
        <pc:spChg chg="add mod">
          <ac:chgData name="Junho Kwak" userId="62373a31-634f-41fb-ac46-b5d6e2c11b09" providerId="ADAL" clId="{763D4DEB-675D-4A7D-8AA1-F998C4F24B50}" dt="2025-05-09T02:58:32.948" v="7196" actId="1076"/>
          <ac:spMkLst>
            <pc:docMk/>
            <pc:sldMk cId="2234512034" sldId="673"/>
            <ac:spMk id="44" creationId="{8C267FE7-1A41-215E-9268-6DE128647E76}"/>
          </ac:spMkLst>
        </pc:spChg>
        <pc:spChg chg="add mod">
          <ac:chgData name="Junho Kwak" userId="62373a31-634f-41fb-ac46-b5d6e2c11b09" providerId="ADAL" clId="{763D4DEB-675D-4A7D-8AA1-F998C4F24B50}" dt="2025-05-09T03:02:03.246" v="7219" actId="164"/>
          <ac:spMkLst>
            <pc:docMk/>
            <pc:sldMk cId="2234512034" sldId="673"/>
            <ac:spMk id="45" creationId="{7A2A6DF6-C8F5-B0B3-03F8-4BC062175B8C}"/>
          </ac:spMkLst>
        </pc:spChg>
        <pc:spChg chg="add mod">
          <ac:chgData name="Junho Kwak" userId="62373a31-634f-41fb-ac46-b5d6e2c11b09" providerId="ADAL" clId="{763D4DEB-675D-4A7D-8AA1-F998C4F24B50}" dt="2025-05-09T02:58:22.219" v="7193" actId="1076"/>
          <ac:spMkLst>
            <pc:docMk/>
            <pc:sldMk cId="2234512034" sldId="673"/>
            <ac:spMk id="46" creationId="{FC3CBDD5-3677-4CF0-BF69-86A3E52B1B4D}"/>
          </ac:spMkLst>
        </pc:spChg>
        <pc:spChg chg="add del mod">
          <ac:chgData name="Junho Kwak" userId="62373a31-634f-41fb-ac46-b5d6e2c11b09" providerId="ADAL" clId="{763D4DEB-675D-4A7D-8AA1-F998C4F24B50}" dt="2025-05-09T03:01:52.675" v="7217" actId="478"/>
          <ac:spMkLst>
            <pc:docMk/>
            <pc:sldMk cId="2234512034" sldId="673"/>
            <ac:spMk id="49" creationId="{49811CDD-7906-A6BB-E044-DAEDB0B0F5F9}"/>
          </ac:spMkLst>
        </pc:spChg>
        <pc:spChg chg="add mod topLvl">
          <ac:chgData name="Junho Kwak" userId="62373a31-634f-41fb-ac46-b5d6e2c11b09" providerId="ADAL" clId="{763D4DEB-675D-4A7D-8AA1-F998C4F24B50}" dt="2025-05-09T03:02:03.246" v="7219" actId="164"/>
          <ac:spMkLst>
            <pc:docMk/>
            <pc:sldMk cId="2234512034" sldId="673"/>
            <ac:spMk id="50" creationId="{B518E2AB-117D-F654-4C86-6A6EBE7132A4}"/>
          </ac:spMkLst>
        </pc:spChg>
        <pc:spChg chg="add mod">
          <ac:chgData name="Junho Kwak" userId="62373a31-634f-41fb-ac46-b5d6e2c11b09" providerId="ADAL" clId="{763D4DEB-675D-4A7D-8AA1-F998C4F24B50}" dt="2025-05-09T03:02:03.246" v="7219" actId="164"/>
          <ac:spMkLst>
            <pc:docMk/>
            <pc:sldMk cId="2234512034" sldId="673"/>
            <ac:spMk id="51" creationId="{3D7003C6-A00F-E6D8-8FED-78898BD4DC71}"/>
          </ac:spMkLst>
        </pc:spChg>
        <pc:spChg chg="add mod topLvl">
          <ac:chgData name="Junho Kwak" userId="62373a31-634f-41fb-ac46-b5d6e2c11b09" providerId="ADAL" clId="{763D4DEB-675D-4A7D-8AA1-F998C4F24B50}" dt="2025-05-09T03:01:20.068" v="7212" actId="1076"/>
          <ac:spMkLst>
            <pc:docMk/>
            <pc:sldMk cId="2234512034" sldId="673"/>
            <ac:spMk id="52" creationId="{3B3900EE-9D6A-443F-7775-68439CFB8304}"/>
          </ac:spMkLst>
        </pc:spChg>
        <pc:spChg chg="add mod">
          <ac:chgData name="Junho Kwak" userId="62373a31-634f-41fb-ac46-b5d6e2c11b09" providerId="ADAL" clId="{763D4DEB-675D-4A7D-8AA1-F998C4F24B50}" dt="2025-04-30T07:12:00.361" v="6886" actId="207"/>
          <ac:spMkLst>
            <pc:docMk/>
            <pc:sldMk cId="2234512034" sldId="673"/>
            <ac:spMk id="62" creationId="{28880B1C-51A0-4B5F-0F65-F5921354B3D8}"/>
          </ac:spMkLst>
        </pc:spChg>
        <pc:spChg chg="add mod">
          <ac:chgData name="Junho Kwak" userId="62373a31-634f-41fb-ac46-b5d6e2c11b09" providerId="ADAL" clId="{763D4DEB-675D-4A7D-8AA1-F998C4F24B50}" dt="2025-04-29T12:30:05.128" v="5578" actId="164"/>
          <ac:spMkLst>
            <pc:docMk/>
            <pc:sldMk cId="2234512034" sldId="673"/>
            <ac:spMk id="63" creationId="{824F6098-E2BA-CB6A-481D-B4416CD472FF}"/>
          </ac:spMkLst>
        </pc:spChg>
        <pc:spChg chg="add mod">
          <ac:chgData name="Junho Kwak" userId="62373a31-634f-41fb-ac46-b5d6e2c11b09" providerId="ADAL" clId="{763D4DEB-675D-4A7D-8AA1-F998C4F24B50}" dt="2025-04-30T07:12:00.361" v="6886" actId="207"/>
          <ac:spMkLst>
            <pc:docMk/>
            <pc:sldMk cId="2234512034" sldId="673"/>
            <ac:spMk id="64" creationId="{711614AB-FE59-A9C1-0375-7F81B190EA14}"/>
          </ac:spMkLst>
        </pc:spChg>
        <pc:spChg chg="mod">
          <ac:chgData name="Junho Kwak" userId="62373a31-634f-41fb-ac46-b5d6e2c11b09" providerId="ADAL" clId="{763D4DEB-675D-4A7D-8AA1-F998C4F24B50}" dt="2025-05-09T03:02:04.573" v="7220"/>
          <ac:spMkLst>
            <pc:docMk/>
            <pc:sldMk cId="2234512034" sldId="673"/>
            <ac:spMk id="69" creationId="{AF65E9EC-91E2-C530-618E-AD030E6EC605}"/>
          </ac:spMkLst>
        </pc:spChg>
        <pc:spChg chg="mod">
          <ac:chgData name="Junho Kwak" userId="62373a31-634f-41fb-ac46-b5d6e2c11b09" providerId="ADAL" clId="{763D4DEB-675D-4A7D-8AA1-F998C4F24B50}" dt="2025-05-09T03:02:04.573" v="7220"/>
          <ac:spMkLst>
            <pc:docMk/>
            <pc:sldMk cId="2234512034" sldId="673"/>
            <ac:spMk id="70" creationId="{F91FE72D-5063-F776-707C-DD59878F6689}"/>
          </ac:spMkLst>
        </pc:spChg>
        <pc:spChg chg="mod">
          <ac:chgData name="Junho Kwak" userId="62373a31-634f-41fb-ac46-b5d6e2c11b09" providerId="ADAL" clId="{763D4DEB-675D-4A7D-8AA1-F998C4F24B50}" dt="2025-05-09T03:02:04.573" v="7220"/>
          <ac:spMkLst>
            <pc:docMk/>
            <pc:sldMk cId="2234512034" sldId="673"/>
            <ac:spMk id="71" creationId="{BA8CD62A-22C8-9E87-EA23-73605A1CC0BF}"/>
          </ac:spMkLst>
        </pc:spChg>
        <pc:spChg chg="mod">
          <ac:chgData name="Junho Kwak" userId="62373a31-634f-41fb-ac46-b5d6e2c11b09" providerId="ADAL" clId="{763D4DEB-675D-4A7D-8AA1-F998C4F24B50}" dt="2025-05-09T03:02:04.573" v="7220"/>
          <ac:spMkLst>
            <pc:docMk/>
            <pc:sldMk cId="2234512034" sldId="673"/>
            <ac:spMk id="72" creationId="{E57F117C-98C9-022D-98FE-F163667B1BDF}"/>
          </ac:spMkLst>
        </pc:spChg>
        <pc:spChg chg="mod">
          <ac:chgData name="Junho Kwak" userId="62373a31-634f-41fb-ac46-b5d6e2c11b09" providerId="ADAL" clId="{763D4DEB-675D-4A7D-8AA1-F998C4F24B50}" dt="2025-05-09T03:02:04.573" v="7220"/>
          <ac:spMkLst>
            <pc:docMk/>
            <pc:sldMk cId="2234512034" sldId="673"/>
            <ac:spMk id="74" creationId="{AC5F6905-86A3-C973-CD24-AA427BC9C836}"/>
          </ac:spMkLst>
        </pc:spChg>
        <pc:spChg chg="mod">
          <ac:chgData name="Junho Kwak" userId="62373a31-634f-41fb-ac46-b5d6e2c11b09" providerId="ADAL" clId="{763D4DEB-675D-4A7D-8AA1-F998C4F24B50}" dt="2025-05-09T03:02:04.573" v="7220"/>
          <ac:spMkLst>
            <pc:docMk/>
            <pc:sldMk cId="2234512034" sldId="673"/>
            <ac:spMk id="82" creationId="{84F0E2F9-D251-E122-A2F2-C6A954977115}"/>
          </ac:spMkLst>
        </pc:spChg>
        <pc:spChg chg="mod">
          <ac:chgData name="Junho Kwak" userId="62373a31-634f-41fb-ac46-b5d6e2c11b09" providerId="ADAL" clId="{763D4DEB-675D-4A7D-8AA1-F998C4F24B50}" dt="2025-05-09T03:02:04.573" v="7220"/>
          <ac:spMkLst>
            <pc:docMk/>
            <pc:sldMk cId="2234512034" sldId="673"/>
            <ac:spMk id="83" creationId="{D12ACB45-9F1F-E7FD-B8E2-96388F0A7FFC}"/>
          </ac:spMkLst>
        </pc:spChg>
        <pc:spChg chg="mod">
          <ac:chgData name="Junho Kwak" userId="62373a31-634f-41fb-ac46-b5d6e2c11b09" providerId="ADAL" clId="{763D4DEB-675D-4A7D-8AA1-F998C4F24B50}" dt="2025-05-09T03:02:04.573" v="7220"/>
          <ac:spMkLst>
            <pc:docMk/>
            <pc:sldMk cId="2234512034" sldId="673"/>
            <ac:spMk id="85" creationId="{71160777-032E-3AA5-1778-6E781FD5F49A}"/>
          </ac:spMkLst>
        </pc:spChg>
        <pc:spChg chg="mod">
          <ac:chgData name="Junho Kwak" userId="62373a31-634f-41fb-ac46-b5d6e2c11b09" providerId="ADAL" clId="{763D4DEB-675D-4A7D-8AA1-F998C4F24B50}" dt="2025-05-09T03:02:04.573" v="7220"/>
          <ac:spMkLst>
            <pc:docMk/>
            <pc:sldMk cId="2234512034" sldId="673"/>
            <ac:spMk id="88" creationId="{04A3C8A4-B6AF-5420-667F-C5E21B3D73A1}"/>
          </ac:spMkLst>
        </pc:spChg>
        <pc:spChg chg="mod">
          <ac:chgData name="Junho Kwak" userId="62373a31-634f-41fb-ac46-b5d6e2c11b09" providerId="ADAL" clId="{763D4DEB-675D-4A7D-8AA1-F998C4F24B50}" dt="2025-05-09T03:02:04.573" v="7220"/>
          <ac:spMkLst>
            <pc:docMk/>
            <pc:sldMk cId="2234512034" sldId="673"/>
            <ac:spMk id="92" creationId="{32D2C4C6-D290-BDAE-0C1A-B45E6358949E}"/>
          </ac:spMkLst>
        </pc:spChg>
        <pc:grpChg chg="add del mod">
          <ac:chgData name="Junho Kwak" userId="62373a31-634f-41fb-ac46-b5d6e2c11b09" providerId="ADAL" clId="{763D4DEB-675D-4A7D-8AA1-F998C4F24B50}" dt="2025-05-09T02:02:22.191" v="7015" actId="165"/>
          <ac:grpSpMkLst>
            <pc:docMk/>
            <pc:sldMk cId="2234512034" sldId="673"/>
            <ac:grpSpMk id="54" creationId="{81A544FB-B64A-B809-65C0-83767FBFA9A2}"/>
          </ac:grpSpMkLst>
        </pc:grpChg>
        <pc:graphicFrameChg chg="add mod">
          <ac:chgData name="Junho Kwak" userId="62373a31-634f-41fb-ac46-b5d6e2c11b09" providerId="ADAL" clId="{763D4DEB-675D-4A7D-8AA1-F998C4F24B50}" dt="2025-05-09T02:01:38.190" v="6993"/>
          <ac:graphicFrameMkLst>
            <pc:docMk/>
            <pc:sldMk cId="2234512034" sldId="673"/>
            <ac:graphicFrameMk id="3" creationId="{A5D281EB-4DBF-271C-C9FA-47845AAB5754}"/>
          </ac:graphicFrameMkLst>
        </pc:graphicFrameChg>
        <pc:graphicFrameChg chg="add mod">
          <ac:chgData name="Junho Kwak" userId="62373a31-634f-41fb-ac46-b5d6e2c11b09" providerId="ADAL" clId="{763D4DEB-675D-4A7D-8AA1-F998C4F24B50}" dt="2025-05-09T02:20:38.343" v="7027"/>
          <ac:graphicFrameMkLst>
            <pc:docMk/>
            <pc:sldMk cId="2234512034" sldId="673"/>
            <ac:graphicFrameMk id="9" creationId="{C39C033C-ED8A-D391-0174-6AC59FC4957A}"/>
          </ac:graphicFrameMkLst>
        </pc:graphicFrameChg>
        <pc:graphicFrameChg chg="add mod">
          <ac:chgData name="Junho Kwak" userId="62373a31-634f-41fb-ac46-b5d6e2c11b09" providerId="ADAL" clId="{763D4DEB-675D-4A7D-8AA1-F998C4F24B50}" dt="2025-05-09T02:40:45.485" v="7057"/>
          <ac:graphicFrameMkLst>
            <pc:docMk/>
            <pc:sldMk cId="2234512034" sldId="673"/>
            <ac:graphicFrameMk id="13" creationId="{F55BEC9B-47C3-1672-23D1-2688EABA3A1C}"/>
          </ac:graphicFrameMkLst>
        </pc:graphicFrameChg>
        <pc:graphicFrameChg chg="add mod">
          <ac:chgData name="Junho Kwak" userId="62373a31-634f-41fb-ac46-b5d6e2c11b09" providerId="ADAL" clId="{763D4DEB-675D-4A7D-8AA1-F998C4F24B50}" dt="2025-05-09T02:44:14.233" v="7081"/>
          <ac:graphicFrameMkLst>
            <pc:docMk/>
            <pc:sldMk cId="2234512034" sldId="673"/>
            <ac:graphicFrameMk id="20" creationId="{2969E7D0-6333-1AF7-9995-75475CEF651C}"/>
          </ac:graphicFrameMkLst>
        </pc:graphicFrameChg>
        <pc:graphicFrameChg chg="add mod">
          <ac:chgData name="Junho Kwak" userId="62373a31-634f-41fb-ac46-b5d6e2c11b09" providerId="ADAL" clId="{763D4DEB-675D-4A7D-8AA1-F998C4F24B50}" dt="2025-05-09T02:48:13.356" v="7105"/>
          <ac:graphicFrameMkLst>
            <pc:docMk/>
            <pc:sldMk cId="2234512034" sldId="673"/>
            <ac:graphicFrameMk id="22" creationId="{AEEAAD49-C7AB-CD9B-12DA-C232473CF41C}"/>
          </ac:graphicFrameMkLst>
        </pc:graphicFrameChg>
        <pc:graphicFrameChg chg="add mod">
          <ac:chgData name="Junho Kwak" userId="62373a31-634f-41fb-ac46-b5d6e2c11b09" providerId="ADAL" clId="{763D4DEB-675D-4A7D-8AA1-F998C4F24B50}" dt="2025-05-09T02:48:15.512" v="7108"/>
          <ac:graphicFrameMkLst>
            <pc:docMk/>
            <pc:sldMk cId="2234512034" sldId="673"/>
            <ac:graphicFrameMk id="23" creationId="{AEEAAD49-C7AB-CD9B-12DA-C232473CF41C}"/>
          </ac:graphicFrameMkLst>
        </pc:graphicFrameChg>
        <pc:graphicFrameChg chg="add mod">
          <ac:chgData name="Junho Kwak" userId="62373a31-634f-41fb-ac46-b5d6e2c11b09" providerId="ADAL" clId="{763D4DEB-675D-4A7D-8AA1-F998C4F24B50}" dt="2025-05-09T02:59:23.202" v="7199"/>
          <ac:graphicFrameMkLst>
            <pc:docMk/>
            <pc:sldMk cId="2234512034" sldId="673"/>
            <ac:graphicFrameMk id="28" creationId="{1BF4E2F3-6EB3-1255-60A2-C12199BFF768}"/>
          </ac:graphicFrameMkLst>
        </pc:graphicFrameChg>
        <pc:picChg chg="del mod topLvl">
          <ac:chgData name="Junho Kwak" userId="62373a31-634f-41fb-ac46-b5d6e2c11b09" providerId="ADAL" clId="{763D4DEB-675D-4A7D-8AA1-F998C4F24B50}" dt="2025-05-09T02:02:28.864" v="7017" actId="478"/>
          <ac:picMkLst>
            <pc:docMk/>
            <pc:sldMk cId="2234512034" sldId="673"/>
            <ac:picMk id="7" creationId="{4CCB13D5-776A-D2E2-6CBE-B813C8424C57}"/>
          </ac:picMkLst>
        </pc:picChg>
        <pc:picChg chg="add mod ord">
          <ac:chgData name="Junho Kwak" userId="62373a31-634f-41fb-ac46-b5d6e2c11b09" providerId="ADAL" clId="{763D4DEB-675D-4A7D-8AA1-F998C4F24B50}" dt="2025-05-09T02:02:17.661" v="7013" actId="167"/>
          <ac:picMkLst>
            <pc:docMk/>
            <pc:sldMk cId="2234512034" sldId="673"/>
            <ac:picMk id="8" creationId="{CC4D5C58-6D91-C2EE-295C-38F5B239C45B}"/>
          </ac:picMkLst>
        </pc:picChg>
        <pc:picChg chg="add del mod">
          <ac:chgData name="Junho Kwak" userId="62373a31-634f-41fb-ac46-b5d6e2c11b09" providerId="ADAL" clId="{763D4DEB-675D-4A7D-8AA1-F998C4F24B50}" dt="2025-05-09T02:20:56.638" v="7033" actId="478"/>
          <ac:picMkLst>
            <pc:docMk/>
            <pc:sldMk cId="2234512034" sldId="673"/>
            <ac:picMk id="10" creationId="{2C0A1578-9CBD-6EA9-C7F4-F37231B22212}"/>
          </ac:picMkLst>
        </pc:picChg>
        <pc:picChg chg="add mod">
          <ac:chgData name="Junho Kwak" userId="62373a31-634f-41fb-ac46-b5d6e2c11b09" providerId="ADAL" clId="{763D4DEB-675D-4A7D-8AA1-F998C4F24B50}" dt="2025-05-09T02:20:55.146" v="7032" actId="167"/>
          <ac:picMkLst>
            <pc:docMk/>
            <pc:sldMk cId="2234512034" sldId="673"/>
            <ac:picMk id="12" creationId="{72C775B7-2239-65ED-955D-1229AB3C275E}"/>
          </ac:picMkLst>
        </pc:picChg>
        <pc:picChg chg="add mod ord">
          <ac:chgData name="Junho Kwak" userId="62373a31-634f-41fb-ac46-b5d6e2c11b09" providerId="ADAL" clId="{763D4DEB-675D-4A7D-8AA1-F998C4F24B50}" dt="2025-05-09T02:40:55.996" v="7062" actId="167"/>
          <ac:picMkLst>
            <pc:docMk/>
            <pc:sldMk cId="2234512034" sldId="673"/>
            <ac:picMk id="18" creationId="{C0E37826-FC74-3424-F42B-FC9A05A7AB3F}"/>
          </ac:picMkLst>
        </pc:picChg>
        <pc:picChg chg="add mod ord">
          <ac:chgData name="Junho Kwak" userId="62373a31-634f-41fb-ac46-b5d6e2c11b09" providerId="ADAL" clId="{763D4DEB-675D-4A7D-8AA1-F998C4F24B50}" dt="2025-05-09T02:44:25.703" v="7086" actId="167"/>
          <ac:picMkLst>
            <pc:docMk/>
            <pc:sldMk cId="2234512034" sldId="673"/>
            <ac:picMk id="21" creationId="{E1A46F86-58F2-E968-7DE1-42634AE8A331}"/>
          </ac:picMkLst>
        </pc:picChg>
        <pc:picChg chg="add mod ord">
          <ac:chgData name="Junho Kwak" userId="62373a31-634f-41fb-ac46-b5d6e2c11b09" providerId="ADAL" clId="{763D4DEB-675D-4A7D-8AA1-F998C4F24B50}" dt="2025-05-09T02:48:27.739" v="7113" actId="167"/>
          <ac:picMkLst>
            <pc:docMk/>
            <pc:sldMk cId="2234512034" sldId="673"/>
            <ac:picMk id="24" creationId="{0D5C5686-8A3B-8A67-520D-3A45D10E03AC}"/>
          </ac:picMkLst>
        </pc:picChg>
        <pc:picChg chg="add del mod">
          <ac:chgData name="Junho Kwak" userId="62373a31-634f-41fb-ac46-b5d6e2c11b09" providerId="ADAL" clId="{763D4DEB-675D-4A7D-8AA1-F998C4F24B50}" dt="2025-05-09T02:40:57.056" v="7063" actId="478"/>
          <ac:picMkLst>
            <pc:docMk/>
            <pc:sldMk cId="2234512034" sldId="673"/>
            <ac:picMk id="25" creationId="{FEFDB8DD-BD37-22A5-AA7A-AD4F84040D4C}"/>
          </ac:picMkLst>
        </pc:picChg>
        <pc:picChg chg="add mod ord">
          <ac:chgData name="Junho Kwak" userId="62373a31-634f-41fb-ac46-b5d6e2c11b09" providerId="ADAL" clId="{763D4DEB-675D-4A7D-8AA1-F998C4F24B50}" dt="2025-05-09T03:00:07.498" v="7206" actId="167"/>
          <ac:picMkLst>
            <pc:docMk/>
            <pc:sldMk cId="2234512034" sldId="673"/>
            <ac:picMk id="29" creationId="{F9996FE7-F778-CA8C-C67B-160D83B5B197}"/>
          </ac:picMkLst>
        </pc:picChg>
        <pc:picChg chg="add del mod">
          <ac:chgData name="Junho Kwak" userId="62373a31-634f-41fb-ac46-b5d6e2c11b09" providerId="ADAL" clId="{763D4DEB-675D-4A7D-8AA1-F998C4F24B50}" dt="2025-05-09T02:45:02.194" v="7089" actId="478"/>
          <ac:picMkLst>
            <pc:docMk/>
            <pc:sldMk cId="2234512034" sldId="673"/>
            <ac:picMk id="35" creationId="{24EF2978-1C1F-DCF8-C609-98ED9D68D7AA}"/>
          </ac:picMkLst>
        </pc:picChg>
        <pc:picChg chg="add del mod">
          <ac:chgData name="Junho Kwak" userId="62373a31-634f-41fb-ac46-b5d6e2c11b09" providerId="ADAL" clId="{763D4DEB-675D-4A7D-8AA1-F998C4F24B50}" dt="2025-05-09T02:57:51.313" v="7189" actId="478"/>
          <ac:picMkLst>
            <pc:docMk/>
            <pc:sldMk cId="2234512034" sldId="673"/>
            <ac:picMk id="42" creationId="{37C381ED-B170-34E7-DD61-6056EC9470D1}"/>
          </ac:picMkLst>
        </pc:picChg>
        <pc:picChg chg="add del mod">
          <ac:chgData name="Junho Kwak" userId="62373a31-634f-41fb-ac46-b5d6e2c11b09" providerId="ADAL" clId="{763D4DEB-675D-4A7D-8AA1-F998C4F24B50}" dt="2025-05-09T03:00:08.557" v="7207" actId="478"/>
          <ac:picMkLst>
            <pc:docMk/>
            <pc:sldMk cId="2234512034" sldId="673"/>
            <ac:picMk id="48" creationId="{06C178E8-E3FA-1DE5-1205-AE97DCFC1EA6}"/>
          </ac:picMkLst>
        </pc:picChg>
        <pc:picChg chg="add del mod">
          <ac:chgData name="Junho Kwak" userId="62373a31-634f-41fb-ac46-b5d6e2c11b09" providerId="ADAL" clId="{763D4DEB-675D-4A7D-8AA1-F998C4F24B50}" dt="2025-05-09T03:02:54.341" v="7223" actId="478"/>
          <ac:picMkLst>
            <pc:docMk/>
            <pc:sldMk cId="2234512034" sldId="673"/>
            <ac:picMk id="96" creationId="{DB8FBA8F-36BF-5F50-13AB-6FDF19F84E0A}"/>
          </ac:picMkLst>
        </pc:picChg>
      </pc:sldChg>
      <pc:sldChg chg="addSp delSp modSp add mod">
        <pc:chgData name="Junho Kwak" userId="62373a31-634f-41fb-ac46-b5d6e2c11b09" providerId="ADAL" clId="{763D4DEB-675D-4A7D-8AA1-F998C4F24B50}" dt="2025-05-09T01:51:29.427" v="6989" actId="1076"/>
        <pc:sldMkLst>
          <pc:docMk/>
          <pc:sldMk cId="1551121380" sldId="674"/>
        </pc:sldMkLst>
        <pc:spChg chg="add del mod">
          <ac:chgData name="Junho Kwak" userId="62373a31-634f-41fb-ac46-b5d6e2c11b09" providerId="ADAL" clId="{763D4DEB-675D-4A7D-8AA1-F998C4F24B50}" dt="2025-05-09T01:51:26.382" v="6987" actId="478"/>
          <ac:spMkLst>
            <pc:docMk/>
            <pc:sldMk cId="1551121380" sldId="674"/>
            <ac:spMk id="3" creationId="{677AFAA9-8F13-F654-1216-DB80D8412B48}"/>
          </ac:spMkLst>
        </pc:spChg>
        <pc:spChg chg="add mod">
          <ac:chgData name="Junho Kwak" userId="62373a31-634f-41fb-ac46-b5d6e2c11b09" providerId="ADAL" clId="{763D4DEB-675D-4A7D-8AA1-F998C4F24B50}" dt="2025-05-09T01:51:29.427" v="6989" actId="1076"/>
          <ac:spMkLst>
            <pc:docMk/>
            <pc:sldMk cId="1551121380" sldId="674"/>
            <ac:spMk id="4" creationId="{B39841F4-9405-4B3A-8A34-04EA541EC689}"/>
          </ac:spMkLst>
        </pc:spChg>
        <pc:spChg chg="add mod">
          <ac:chgData name="Junho Kwak" userId="62373a31-634f-41fb-ac46-b5d6e2c11b09" providerId="ADAL" clId="{763D4DEB-675D-4A7D-8AA1-F998C4F24B50}" dt="2025-05-09T01:51:29.427" v="6989" actId="1076"/>
          <ac:spMkLst>
            <pc:docMk/>
            <pc:sldMk cId="1551121380" sldId="674"/>
            <ac:spMk id="5" creationId="{C2A328D9-7D3C-3D1E-3A5B-9FA91393B043}"/>
          </ac:spMkLst>
        </pc:spChg>
        <pc:spChg chg="mod">
          <ac:chgData name="Junho Kwak" userId="62373a31-634f-41fb-ac46-b5d6e2c11b09" providerId="ADAL" clId="{763D4DEB-675D-4A7D-8AA1-F998C4F24B50}" dt="2025-04-30T06:59:29.309" v="6459" actId="20577"/>
          <ac:spMkLst>
            <pc:docMk/>
            <pc:sldMk cId="1551121380" sldId="674"/>
            <ac:spMk id="6" creationId="{46AF14C3-BCB9-93CE-BD79-A133E2CA5325}"/>
          </ac:spMkLst>
        </pc:spChg>
        <pc:spChg chg="add mod">
          <ac:chgData name="Junho Kwak" userId="62373a31-634f-41fb-ac46-b5d6e2c11b09" providerId="ADAL" clId="{763D4DEB-675D-4A7D-8AA1-F998C4F24B50}" dt="2025-05-09T01:51:29.427" v="6989" actId="1076"/>
          <ac:spMkLst>
            <pc:docMk/>
            <pc:sldMk cId="1551121380" sldId="674"/>
            <ac:spMk id="7" creationId="{E14B7AC1-8872-D756-1F50-D6523C701CAC}"/>
          </ac:spMkLst>
        </pc:spChg>
        <pc:spChg chg="add del mod">
          <ac:chgData name="Junho Kwak" userId="62373a31-634f-41fb-ac46-b5d6e2c11b09" providerId="ADAL" clId="{763D4DEB-675D-4A7D-8AA1-F998C4F24B50}" dt="2025-05-09T01:51:26.382" v="6987" actId="478"/>
          <ac:spMkLst>
            <pc:docMk/>
            <pc:sldMk cId="1551121380" sldId="674"/>
            <ac:spMk id="8" creationId="{7948D948-002D-02FA-C9A1-3CB6CEC4C783}"/>
          </ac:spMkLst>
        </pc:spChg>
        <pc:spChg chg="add del mod">
          <ac:chgData name="Junho Kwak" userId="62373a31-634f-41fb-ac46-b5d6e2c11b09" providerId="ADAL" clId="{763D4DEB-675D-4A7D-8AA1-F998C4F24B50}" dt="2025-05-09T01:51:26.382" v="6987" actId="478"/>
          <ac:spMkLst>
            <pc:docMk/>
            <pc:sldMk cId="1551121380" sldId="674"/>
            <ac:spMk id="9" creationId="{BC8DA0F5-731A-BC1C-A994-10C622F7A17F}"/>
          </ac:spMkLst>
        </pc:spChg>
        <pc:spChg chg="add mod">
          <ac:chgData name="Junho Kwak" userId="62373a31-634f-41fb-ac46-b5d6e2c11b09" providerId="ADAL" clId="{763D4DEB-675D-4A7D-8AA1-F998C4F24B50}" dt="2025-05-09T01:51:29.427" v="6989" actId="1076"/>
          <ac:spMkLst>
            <pc:docMk/>
            <pc:sldMk cId="1551121380" sldId="674"/>
            <ac:spMk id="10" creationId="{9EBB25EF-8ABB-C261-4158-AF31EF98FE38}"/>
          </ac:spMkLst>
        </pc:spChg>
        <pc:spChg chg="add del mod">
          <ac:chgData name="Junho Kwak" userId="62373a31-634f-41fb-ac46-b5d6e2c11b09" providerId="ADAL" clId="{763D4DEB-675D-4A7D-8AA1-F998C4F24B50}" dt="2025-05-09T01:51:26.382" v="6987" actId="478"/>
          <ac:spMkLst>
            <pc:docMk/>
            <pc:sldMk cId="1551121380" sldId="674"/>
            <ac:spMk id="12" creationId="{AC42F4DE-5E77-2FB1-7A50-F6025F98EA85}"/>
          </ac:spMkLst>
        </pc:spChg>
      </pc:sldChg>
      <pc:sldChg chg="modSp add del mod">
        <pc:chgData name="Junho Kwak" userId="62373a31-634f-41fb-ac46-b5d6e2c11b09" providerId="ADAL" clId="{763D4DEB-675D-4A7D-8AA1-F998C4F24B50}" dt="2025-05-09T01:51:44.922" v="6990" actId="47"/>
        <pc:sldMkLst>
          <pc:docMk/>
          <pc:sldMk cId="2457502548" sldId="675"/>
        </pc:sldMkLst>
      </pc:sldChg>
      <pc:sldChg chg="addSp delSp modSp add mod">
        <pc:chgData name="Junho Kwak" userId="62373a31-634f-41fb-ac46-b5d6e2c11b09" providerId="ADAL" clId="{763D4DEB-675D-4A7D-8AA1-F998C4F24B50}" dt="2025-04-30T07:11:35.104" v="6882" actId="20577"/>
        <pc:sldMkLst>
          <pc:docMk/>
          <pc:sldMk cId="1069730647" sldId="676"/>
        </pc:sldMkLst>
        <pc:spChg chg="add mod">
          <ac:chgData name="Junho Kwak" userId="62373a31-634f-41fb-ac46-b5d6e2c11b09" providerId="ADAL" clId="{763D4DEB-675D-4A7D-8AA1-F998C4F24B50}" dt="2025-04-30T07:01:41.401" v="6664" actId="692"/>
          <ac:spMkLst>
            <pc:docMk/>
            <pc:sldMk cId="1069730647" sldId="676"/>
            <ac:spMk id="5" creationId="{92FB893B-9A59-0101-3A51-A2185211BCDA}"/>
          </ac:spMkLst>
        </pc:spChg>
        <pc:spChg chg="mod">
          <ac:chgData name="Junho Kwak" userId="62373a31-634f-41fb-ac46-b5d6e2c11b09" providerId="ADAL" clId="{763D4DEB-675D-4A7D-8AA1-F998C4F24B50}" dt="2025-04-30T07:00:50.676" v="6656" actId="20577"/>
          <ac:spMkLst>
            <pc:docMk/>
            <pc:sldMk cId="1069730647" sldId="676"/>
            <ac:spMk id="6" creationId="{71FA1CB6-4BF7-0480-1FA2-8B85620AFB9B}"/>
          </ac:spMkLst>
        </pc:spChg>
        <pc:spChg chg="add mod">
          <ac:chgData name="Junho Kwak" userId="62373a31-634f-41fb-ac46-b5d6e2c11b09" providerId="ADAL" clId="{763D4DEB-675D-4A7D-8AA1-F998C4F24B50}" dt="2025-04-30T07:01:55.361" v="6669" actId="692"/>
          <ac:spMkLst>
            <pc:docMk/>
            <pc:sldMk cId="1069730647" sldId="676"/>
            <ac:spMk id="7" creationId="{3EE1F2FB-838E-8292-C504-D1819AFC8158}"/>
          </ac:spMkLst>
        </pc:spChg>
        <pc:spChg chg="add mod">
          <ac:chgData name="Junho Kwak" userId="62373a31-634f-41fb-ac46-b5d6e2c11b09" providerId="ADAL" clId="{763D4DEB-675D-4A7D-8AA1-F998C4F24B50}" dt="2025-04-30T07:02:13.591" v="6708" actId="1076"/>
          <ac:spMkLst>
            <pc:docMk/>
            <pc:sldMk cId="1069730647" sldId="676"/>
            <ac:spMk id="10" creationId="{68FF8A2E-8381-304B-E462-5C624FFCA6DA}"/>
          </ac:spMkLst>
        </pc:spChg>
        <pc:spChg chg="add mod">
          <ac:chgData name="Junho Kwak" userId="62373a31-634f-41fb-ac46-b5d6e2c11b09" providerId="ADAL" clId="{763D4DEB-675D-4A7D-8AA1-F998C4F24B50}" dt="2025-04-30T07:02:19.371" v="6710" actId="688"/>
          <ac:spMkLst>
            <pc:docMk/>
            <pc:sldMk cId="1069730647" sldId="676"/>
            <ac:spMk id="11" creationId="{B8D5543C-16D5-CCB8-922D-D68BD1101241}"/>
          </ac:spMkLst>
        </pc:spChg>
        <pc:spChg chg="add mod">
          <ac:chgData name="Junho Kwak" userId="62373a31-634f-41fb-ac46-b5d6e2c11b09" providerId="ADAL" clId="{763D4DEB-675D-4A7D-8AA1-F998C4F24B50}" dt="2025-04-30T07:02:25.435" v="6734" actId="20577"/>
          <ac:spMkLst>
            <pc:docMk/>
            <pc:sldMk cId="1069730647" sldId="676"/>
            <ac:spMk id="13" creationId="{4FBAD266-3AD1-615B-704A-87538736B588}"/>
          </ac:spMkLst>
        </pc:spChg>
        <pc:spChg chg="add mod">
          <ac:chgData name="Junho Kwak" userId="62373a31-634f-41fb-ac46-b5d6e2c11b09" providerId="ADAL" clId="{763D4DEB-675D-4A7D-8AA1-F998C4F24B50}" dt="2025-04-30T07:11:24.463" v="6871" actId="14100"/>
          <ac:spMkLst>
            <pc:docMk/>
            <pc:sldMk cId="1069730647" sldId="676"/>
            <ac:spMk id="15" creationId="{C6F64E29-A3CB-E9DB-C254-77E4197C8542}"/>
          </ac:spMkLst>
        </pc:spChg>
        <pc:spChg chg="add mod">
          <ac:chgData name="Junho Kwak" userId="62373a31-634f-41fb-ac46-b5d6e2c11b09" providerId="ADAL" clId="{763D4DEB-675D-4A7D-8AA1-F998C4F24B50}" dt="2025-04-30T07:11:35.104" v="6882" actId="20577"/>
          <ac:spMkLst>
            <pc:docMk/>
            <pc:sldMk cId="1069730647" sldId="676"/>
            <ac:spMk id="16" creationId="{A24AEDFA-F2A5-F5C6-02D0-D735CF06ACF6}"/>
          </ac:spMkLst>
        </pc:spChg>
        <pc:picChg chg="add mod">
          <ac:chgData name="Junho Kwak" userId="62373a31-634f-41fb-ac46-b5d6e2c11b09" providerId="ADAL" clId="{763D4DEB-675D-4A7D-8AA1-F998C4F24B50}" dt="2025-04-30T07:01:43.712" v="6665" actId="1076"/>
          <ac:picMkLst>
            <pc:docMk/>
            <pc:sldMk cId="1069730647" sldId="676"/>
            <ac:picMk id="4" creationId="{EA04F981-1450-E950-3690-E3897174ABF4}"/>
          </ac:picMkLst>
        </pc:picChg>
      </pc:sldChg>
      <pc:sldChg chg="addSp delSp modSp add mod">
        <pc:chgData name="Junho Kwak" userId="62373a31-634f-41fb-ac46-b5d6e2c11b09" providerId="ADAL" clId="{763D4DEB-675D-4A7D-8AA1-F998C4F24B50}" dt="2025-04-30T07:14:29.530" v="6967" actId="1076"/>
        <pc:sldMkLst>
          <pc:docMk/>
          <pc:sldMk cId="3952664090" sldId="677"/>
        </pc:sldMkLst>
        <pc:spChg chg="mod">
          <ac:chgData name="Junho Kwak" userId="62373a31-634f-41fb-ac46-b5d6e2c11b09" providerId="ADAL" clId="{763D4DEB-675D-4A7D-8AA1-F998C4F24B50}" dt="2025-04-30T07:13:28.676" v="6959" actId="20577"/>
          <ac:spMkLst>
            <pc:docMk/>
            <pc:sldMk cId="3952664090" sldId="677"/>
            <ac:spMk id="6" creationId="{7111FABE-1DE2-830D-2D0B-4DCBF4DE1F39}"/>
          </ac:spMkLst>
        </pc:spChg>
        <pc:picChg chg="add mod">
          <ac:chgData name="Junho Kwak" userId="62373a31-634f-41fb-ac46-b5d6e2c11b09" providerId="ADAL" clId="{763D4DEB-675D-4A7D-8AA1-F998C4F24B50}" dt="2025-04-30T07:14:29.530" v="6967" actId="1076"/>
          <ac:picMkLst>
            <pc:docMk/>
            <pc:sldMk cId="3952664090" sldId="677"/>
            <ac:picMk id="10" creationId="{FD0E371D-6A03-2454-00A3-9D0AC1E8A308}"/>
          </ac:picMkLst>
        </pc:picChg>
      </pc:sldChg>
    </pc:docChg>
  </pc:docChgLst>
  <pc:docChgLst>
    <pc:chgData name="Junho Kwak" userId="62373a31-634f-41fb-ac46-b5d6e2c11b09" providerId="ADAL" clId="{DF3973BC-B142-4CE7-B886-8BC1519B89AA}"/>
    <pc:docChg chg="undo custSel addSld delSld modSld sldOrd">
      <pc:chgData name="Junho Kwak" userId="62373a31-634f-41fb-ac46-b5d6e2c11b09" providerId="ADAL" clId="{DF3973BC-B142-4CE7-B886-8BC1519B89AA}" dt="2023-05-24T12:36:52.394" v="2128" actId="1076"/>
      <pc:docMkLst>
        <pc:docMk/>
      </pc:docMkLst>
      <pc:sldChg chg="del ord">
        <pc:chgData name="Junho Kwak" userId="62373a31-634f-41fb-ac46-b5d6e2c11b09" providerId="ADAL" clId="{DF3973BC-B142-4CE7-B886-8BC1519B89AA}" dt="2023-05-24T00:04:31.682" v="755" actId="47"/>
        <pc:sldMkLst>
          <pc:docMk/>
          <pc:sldMk cId="2106087322" sldId="659"/>
        </pc:sldMkLst>
      </pc:sldChg>
      <pc:sldChg chg="delSp modSp add mod">
        <pc:chgData name="Junho Kwak" userId="62373a31-634f-41fb-ac46-b5d6e2c11b09" providerId="ADAL" clId="{DF3973BC-B142-4CE7-B886-8BC1519B89AA}" dt="2023-05-24T00:22:07.574" v="1189" actId="20577"/>
        <pc:sldMkLst>
          <pc:docMk/>
          <pc:sldMk cId="2760275364" sldId="660"/>
        </pc:sldMkLst>
      </pc:sldChg>
      <pc:sldChg chg="addSp delSp modSp add mod">
        <pc:chgData name="Junho Kwak" userId="62373a31-634f-41fb-ac46-b5d6e2c11b09" providerId="ADAL" clId="{DF3973BC-B142-4CE7-B886-8BC1519B89AA}" dt="2023-05-24T10:38:54.701" v="2100" actId="732"/>
        <pc:sldMkLst>
          <pc:docMk/>
          <pc:sldMk cId="902397851" sldId="661"/>
        </pc:sldMkLst>
      </pc:sldChg>
      <pc:sldChg chg="addSp delSp modSp add mod">
        <pc:chgData name="Junho Kwak" userId="62373a31-634f-41fb-ac46-b5d6e2c11b09" providerId="ADAL" clId="{DF3973BC-B142-4CE7-B886-8BC1519B89AA}" dt="2023-05-24T10:48:58.369" v="2107" actId="1076"/>
        <pc:sldMkLst>
          <pc:docMk/>
          <pc:sldMk cId="2616231458" sldId="662"/>
        </pc:sldMkLst>
      </pc:sldChg>
      <pc:sldChg chg="addSp delSp modSp add mod">
        <pc:chgData name="Junho Kwak" userId="62373a31-634f-41fb-ac46-b5d6e2c11b09" providerId="ADAL" clId="{DF3973BC-B142-4CE7-B886-8BC1519B89AA}" dt="2023-05-24T12:36:52.394" v="2128" actId="1076"/>
        <pc:sldMkLst>
          <pc:docMk/>
          <pc:sldMk cId="4179242685" sldId="663"/>
        </pc:sldMkLst>
      </pc:sldChg>
    </pc:docChg>
  </pc:docChgLst>
  <pc:docChgLst>
    <pc:chgData name="Junho Kwak" userId="62373a31-634f-41fb-ac46-b5d6e2c11b09" providerId="ADAL" clId="{08CAF05E-2CCD-44D6-8CD7-FE8B1FB4C1E6}"/>
    <pc:docChg chg="undo custSel addSld delSld modSld sldOrd">
      <pc:chgData name="Junho Kwak" userId="62373a31-634f-41fb-ac46-b5d6e2c11b09" providerId="ADAL" clId="{08CAF05E-2CCD-44D6-8CD7-FE8B1FB4C1E6}" dt="2024-02-06T11:33:29.065" v="3062" actId="165"/>
      <pc:docMkLst>
        <pc:docMk/>
      </pc:docMkLst>
      <pc:sldChg chg="modSp mod">
        <pc:chgData name="Junho Kwak" userId="62373a31-634f-41fb-ac46-b5d6e2c11b09" providerId="ADAL" clId="{08CAF05E-2CCD-44D6-8CD7-FE8B1FB4C1E6}" dt="2024-01-06T03:54:48.944" v="1035" actId="20577"/>
        <pc:sldMkLst>
          <pc:docMk/>
          <pc:sldMk cId="2760275364" sldId="660"/>
        </pc:sldMkLst>
      </pc:sldChg>
      <pc:sldChg chg="addSp delSp modSp mod">
        <pc:chgData name="Junho Kwak" userId="62373a31-634f-41fb-ac46-b5d6e2c11b09" providerId="ADAL" clId="{08CAF05E-2CCD-44D6-8CD7-FE8B1FB4C1E6}" dt="2024-01-28T05:43:24.313" v="3052" actId="1076"/>
        <pc:sldMkLst>
          <pc:docMk/>
          <pc:sldMk cId="902397851" sldId="661"/>
        </pc:sldMkLst>
      </pc:sldChg>
      <pc:sldChg chg="addSp delSp modSp mod">
        <pc:chgData name="Junho Kwak" userId="62373a31-634f-41fb-ac46-b5d6e2c11b09" providerId="ADAL" clId="{08CAF05E-2CCD-44D6-8CD7-FE8B1FB4C1E6}" dt="2024-01-08T13:20:46.132" v="2505" actId="164"/>
        <pc:sldMkLst>
          <pc:docMk/>
          <pc:sldMk cId="2616231458" sldId="662"/>
        </pc:sldMkLst>
      </pc:sldChg>
      <pc:sldChg chg="addSp delSp modSp mod">
        <pc:chgData name="Junho Kwak" userId="62373a31-634f-41fb-ac46-b5d6e2c11b09" providerId="ADAL" clId="{08CAF05E-2CCD-44D6-8CD7-FE8B1FB4C1E6}" dt="2024-01-09T04:12:25.846" v="2550" actId="692"/>
        <pc:sldMkLst>
          <pc:docMk/>
          <pc:sldMk cId="4179242685" sldId="663"/>
        </pc:sldMkLst>
      </pc:sldChg>
      <pc:sldChg chg="addSp delSp modSp new del mod">
        <pc:chgData name="Junho Kwak" userId="62373a31-634f-41fb-ac46-b5d6e2c11b09" providerId="ADAL" clId="{08CAF05E-2CCD-44D6-8CD7-FE8B1FB4C1E6}" dt="2024-01-08T15:55:08.978" v="2549" actId="47"/>
        <pc:sldMkLst>
          <pc:docMk/>
          <pc:sldMk cId="119407143" sldId="664"/>
        </pc:sldMkLst>
      </pc:sldChg>
      <pc:sldChg chg="delSp modSp add del mod">
        <pc:chgData name="Junho Kwak" userId="62373a31-634f-41fb-ac46-b5d6e2c11b09" providerId="ADAL" clId="{08CAF05E-2CCD-44D6-8CD7-FE8B1FB4C1E6}" dt="2024-01-08T02:20:26.712" v="1119" actId="47"/>
        <pc:sldMkLst>
          <pc:docMk/>
          <pc:sldMk cId="598128194" sldId="664"/>
        </pc:sldMkLst>
      </pc:sldChg>
      <pc:sldChg chg="addSp delSp modSp new mod ord">
        <pc:chgData name="Junho Kwak" userId="62373a31-634f-41fb-ac46-b5d6e2c11b09" providerId="ADAL" clId="{08CAF05E-2CCD-44D6-8CD7-FE8B1FB4C1E6}" dt="2024-01-28T05:08:11.714" v="2882" actId="571"/>
        <pc:sldMkLst>
          <pc:docMk/>
          <pc:sldMk cId="1719260960" sldId="664"/>
        </pc:sldMkLst>
      </pc:sldChg>
      <pc:sldChg chg="addSp delSp modSp new del mod">
        <pc:chgData name="Junho Kwak" userId="62373a31-634f-41fb-ac46-b5d6e2c11b09" providerId="ADAL" clId="{08CAF05E-2CCD-44D6-8CD7-FE8B1FB4C1E6}" dt="2024-01-09T04:14:12.829" v="2555" actId="47"/>
        <pc:sldMkLst>
          <pc:docMk/>
          <pc:sldMk cId="2330930068" sldId="664"/>
        </pc:sldMkLst>
      </pc:sldChg>
      <pc:sldChg chg="addSp delSp modSp new del mod">
        <pc:chgData name="Junho Kwak" userId="62373a31-634f-41fb-ac46-b5d6e2c11b09" providerId="ADAL" clId="{08CAF05E-2CCD-44D6-8CD7-FE8B1FB4C1E6}" dt="2024-01-08T13:52:19.619" v="2542" actId="47"/>
        <pc:sldMkLst>
          <pc:docMk/>
          <pc:sldMk cId="2525244608" sldId="664"/>
        </pc:sldMkLst>
      </pc:sldChg>
      <pc:sldChg chg="delSp modSp add del mod">
        <pc:chgData name="Junho Kwak" userId="62373a31-634f-41fb-ac46-b5d6e2c11b09" providerId="ADAL" clId="{08CAF05E-2CCD-44D6-8CD7-FE8B1FB4C1E6}" dt="2024-01-08T04:51:46.693" v="1640" actId="47"/>
        <pc:sldMkLst>
          <pc:docMk/>
          <pc:sldMk cId="1152044211" sldId="665"/>
        </pc:sldMkLst>
      </pc:sldChg>
      <pc:sldChg chg="addSp delSp modSp new mod">
        <pc:chgData name="Junho Kwak" userId="62373a31-634f-41fb-ac46-b5d6e2c11b09" providerId="ADAL" clId="{08CAF05E-2CCD-44D6-8CD7-FE8B1FB4C1E6}" dt="2024-01-28T05:10:34.992" v="2894" actId="1076"/>
        <pc:sldMkLst>
          <pc:docMk/>
          <pc:sldMk cId="1567153880" sldId="665"/>
        </pc:sldMkLst>
      </pc:sldChg>
      <pc:sldChg chg="addSp delSp modSp new mod">
        <pc:chgData name="Junho Kwak" userId="62373a31-634f-41fb-ac46-b5d6e2c11b09" providerId="ADAL" clId="{08CAF05E-2CCD-44D6-8CD7-FE8B1FB4C1E6}" dt="2024-02-06T11:33:29.065" v="3062" actId="165"/>
        <pc:sldMkLst>
          <pc:docMk/>
          <pc:sldMk cId="750088067" sldId="666"/>
        </pc:sldMkLst>
      </pc:sldChg>
      <pc:sldChg chg="addSp delSp modSp new del mod">
        <pc:chgData name="Junho Kwak" userId="62373a31-634f-41fb-ac46-b5d6e2c11b09" providerId="ADAL" clId="{08CAF05E-2CCD-44D6-8CD7-FE8B1FB4C1E6}" dt="2024-01-27T11:27:07.794" v="2633" actId="47"/>
        <pc:sldMkLst>
          <pc:docMk/>
          <pc:sldMk cId="1627031808" sldId="666"/>
        </pc:sldMkLst>
      </pc:sldChg>
      <pc:sldChg chg="addSp delSp modSp new mod">
        <pc:chgData name="Junho Kwak" userId="62373a31-634f-41fb-ac46-b5d6e2c11b09" providerId="ADAL" clId="{08CAF05E-2CCD-44D6-8CD7-FE8B1FB4C1E6}" dt="2024-01-28T05:22:23.071" v="2958" actId="167"/>
        <pc:sldMkLst>
          <pc:docMk/>
          <pc:sldMk cId="2758055711" sldId="667"/>
        </pc:sldMkLst>
      </pc:sldChg>
      <pc:sldChg chg="addSp delSp modSp add mod">
        <pc:chgData name="Junho Kwak" userId="62373a31-634f-41fb-ac46-b5d6e2c11b09" providerId="ADAL" clId="{08CAF05E-2CCD-44D6-8CD7-FE8B1FB4C1E6}" dt="2024-01-28T05:38:43.228" v="3029" actId="1076"/>
        <pc:sldMkLst>
          <pc:docMk/>
          <pc:sldMk cId="1961304607" sldId="668"/>
        </pc:sldMkLst>
      </pc:sldChg>
    </pc:docChg>
  </pc:docChgLst>
  <pc:docChgLst>
    <pc:chgData name="Junho Kwak" userId="62373a31-634f-41fb-ac46-b5d6e2c11b09" providerId="ADAL" clId="{C6DEBB0F-DFA5-456A-851D-4157621C1406}"/>
    <pc:docChg chg="modSld">
      <pc:chgData name="Junho Kwak" userId="62373a31-634f-41fb-ac46-b5d6e2c11b09" providerId="ADAL" clId="{C6DEBB0F-DFA5-456A-851D-4157621C1406}" dt="2025-04-30T07:53:22.182" v="310"/>
      <pc:docMkLst>
        <pc:docMk/>
      </pc:docMkLst>
      <pc:sldChg chg="modNotesTx">
        <pc:chgData name="Junho Kwak" userId="62373a31-634f-41fb-ac46-b5d6e2c11b09" providerId="ADAL" clId="{C6DEBB0F-DFA5-456A-851D-4157621C1406}" dt="2025-04-30T07:38:49.289" v="303" actId="20577"/>
        <pc:sldMkLst>
          <pc:docMk/>
          <pc:sldMk cId="1551121380" sldId="674"/>
        </pc:sldMkLst>
      </pc:sldChg>
      <pc:sldChg chg="modSp mod">
        <pc:chgData name="Junho Kwak" userId="62373a31-634f-41fb-ac46-b5d6e2c11b09" providerId="ADAL" clId="{C6DEBB0F-DFA5-456A-851D-4157621C1406}" dt="2025-04-30T07:53:22.182" v="310"/>
        <pc:sldMkLst>
          <pc:docMk/>
          <pc:sldMk cId="2457502548" sldId="6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1"/>
            <a:ext cx="29464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711"/>
            <a:ext cx="29464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711"/>
            <a:ext cx="2946400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28BCFB3-1CC5-49C7-9469-CD9B737BDF2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1"/>
            <a:ext cx="29464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5951"/>
            <a:ext cx="5438775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711"/>
            <a:ext cx="29464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711"/>
            <a:ext cx="2946400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0542FF6-BAD7-4EF1-B2F2-C79C2D70A1D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269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D362B-5C2F-AC15-6964-1AFFCC4CA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4116A7-DC2E-411D-E5FC-035A2E6CE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BB9C9B-6D05-8454-0FE0-5A8414DC6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57FB50-7179-DB11-FE7D-F3E51E85806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022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820B4-AD63-A5EC-A451-049066877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05A026-AC59-4403-3D46-F81D2F5D1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71E599-F351-ED6B-2F0F-F7A82F275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F8F0F-DC04-596C-94B2-8F99227B77A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513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8A0FE-CA90-849B-A856-14A731165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B9C34A-7D75-D3F7-05D4-4053ABA81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BE366B-35AB-D515-74A0-8AF0BFA4C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5D529B-C186-33EA-0C00-63B3AE711D0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567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>
            <a:lvl1pPr>
              <a:defRPr b="0">
                <a:latin typeface="나눔스퀘어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나눔스퀘어" panose="020B0600000101010101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" panose="020B0600000101010101" pitchFamily="50" charset="-127"/>
              </a:defRPr>
            </a:lvl1pPr>
          </a:lstStyle>
          <a:p>
            <a:pPr>
              <a:defRPr/>
            </a:pPr>
            <a:fld id="{6E0C6B90-1837-41E6-B473-217D1BA6DD37}" type="datetime1">
              <a:rPr lang="ko-KR" altLang="en-US" smtClean="0"/>
              <a:pPr>
                <a:defRPr/>
              </a:pPr>
              <a:t>2026-04-21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841432" y="6356350"/>
            <a:ext cx="1064568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6685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나눔스퀘어" panose="020B0600000101010101" charset="-127"/>
                <a:ea typeface="나눔스퀘어" panose="020B0600000101010101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나눔스퀘어" panose="020B0600000101010101" charset="-127"/>
                <a:ea typeface="나눔스퀘어" panose="020B0600000101010101" charset="-127"/>
                <a:cs typeface="Arial" pitchFamily="34" charset="0"/>
              </a:defRPr>
            </a:lvl1pPr>
            <a:lvl2pPr>
              <a:defRPr baseline="0">
                <a:latin typeface="나눔스퀘어" panose="020B0600000101010101" charset="-127"/>
                <a:ea typeface="나눔스퀘어" panose="020B0600000101010101" charset="-127"/>
                <a:cs typeface="Arial" pitchFamily="34" charset="0"/>
              </a:defRPr>
            </a:lvl2pPr>
            <a:lvl3pPr>
              <a:defRPr baseline="0">
                <a:latin typeface="나눔스퀘어" panose="020B0600000101010101" charset="-127"/>
                <a:ea typeface="나눔스퀘어" panose="020B0600000101010101" charset="-127"/>
                <a:cs typeface="Arial" pitchFamily="34" charset="0"/>
              </a:defRPr>
            </a:lvl3pPr>
            <a:lvl4pPr>
              <a:defRPr baseline="0">
                <a:latin typeface="나눔스퀘어" panose="020B0600000101010101" charset="-127"/>
                <a:ea typeface="나눔스퀘어" panose="020B0600000101010101" charset="-127"/>
                <a:cs typeface="Arial" pitchFamily="34" charset="0"/>
              </a:defRPr>
            </a:lvl4pPr>
            <a:lvl5pPr>
              <a:defRPr baseline="0">
                <a:latin typeface="나눔스퀘어" panose="020B0600000101010101" charset="-127"/>
                <a:ea typeface="나눔스퀘어" panose="020B0600000101010101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" panose="020B0600000101010101" pitchFamily="50" charset="-127"/>
              </a:defRPr>
            </a:lvl1pPr>
          </a:lstStyle>
          <a:p>
            <a:pPr>
              <a:defRPr/>
            </a:pPr>
            <a:fld id="{1BF9901B-43A5-41C0-9D2A-DA1884F94EDA}" type="datetime1">
              <a:rPr lang="ko-KR" altLang="en-US" smtClean="0"/>
              <a:pPr>
                <a:defRPr/>
              </a:pPr>
              <a:t>2026-04-21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3172" y="6352143"/>
            <a:ext cx="1333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tillium Web" panose="00000500000000000000" pitchFamily="2" charset="0"/>
                <a:ea typeface="나눔스퀘어" panose="020B0600000101010101" pitchFamily="50" charset="-127"/>
              </a:rPr>
              <a:t>ACE</a:t>
            </a:r>
            <a:r>
              <a:rPr lang="en-US" altLang="ko-KR" dirty="0">
                <a:latin typeface="Titillium Web" panose="00000500000000000000" pitchFamily="2" charset="0"/>
                <a:ea typeface="나눔스퀘어" panose="020B0600000101010101" pitchFamily="50" charset="-127"/>
              </a:rPr>
              <a:t> Lab.</a:t>
            </a:r>
            <a:endParaRPr lang="ko-KR" altLang="en-US" dirty="0">
              <a:latin typeface="Titillium Web" panose="00000500000000000000" pitchFamily="2" charset="0"/>
              <a:ea typeface="나눔스퀘어" panose="020B0600000101010101" pitchFamily="50" charset="-127"/>
            </a:endParaRP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516632" y="6391062"/>
            <a:ext cx="408182" cy="291495"/>
            <a:chOff x="7815263" y="3371569"/>
            <a:chExt cx="408182" cy="291495"/>
          </a:xfrm>
        </p:grpSpPr>
        <p:sp>
          <p:nvSpPr>
            <p:cNvPr id="9" name="타원 8"/>
            <p:cNvSpPr/>
            <p:nvPr/>
          </p:nvSpPr>
          <p:spPr>
            <a:xfrm>
              <a:off x="7815263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0" name="타원 9"/>
            <p:cNvSpPr/>
            <p:nvPr/>
          </p:nvSpPr>
          <p:spPr>
            <a:xfrm>
              <a:off x="7888571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1" name="타원 10"/>
            <p:cNvSpPr/>
            <p:nvPr/>
          </p:nvSpPr>
          <p:spPr>
            <a:xfrm>
              <a:off x="7961879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2" name="타원 11"/>
            <p:cNvSpPr/>
            <p:nvPr/>
          </p:nvSpPr>
          <p:spPr>
            <a:xfrm>
              <a:off x="8035187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3" name="타원 12"/>
            <p:cNvSpPr/>
            <p:nvPr/>
          </p:nvSpPr>
          <p:spPr>
            <a:xfrm>
              <a:off x="8108495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4" name="타원 13"/>
            <p:cNvSpPr/>
            <p:nvPr/>
          </p:nvSpPr>
          <p:spPr>
            <a:xfrm>
              <a:off x="8181803" y="3371569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5" name="타원 14"/>
            <p:cNvSpPr/>
            <p:nvPr/>
          </p:nvSpPr>
          <p:spPr>
            <a:xfrm>
              <a:off x="7856905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6" name="타원 15"/>
            <p:cNvSpPr/>
            <p:nvPr/>
          </p:nvSpPr>
          <p:spPr>
            <a:xfrm>
              <a:off x="7930213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8003521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8076829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8150137" y="3413211"/>
              <a:ext cx="41642" cy="41642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0" name="타원 19"/>
            <p:cNvSpPr/>
            <p:nvPr/>
          </p:nvSpPr>
          <p:spPr>
            <a:xfrm>
              <a:off x="7815263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1" name="타원 20"/>
            <p:cNvSpPr/>
            <p:nvPr/>
          </p:nvSpPr>
          <p:spPr>
            <a:xfrm>
              <a:off x="7888571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2" name="타원 21"/>
            <p:cNvSpPr/>
            <p:nvPr/>
          </p:nvSpPr>
          <p:spPr>
            <a:xfrm>
              <a:off x="7961879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>
              <a:off x="8035187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8108495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8181803" y="3454853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6" name="타원 25"/>
            <p:cNvSpPr/>
            <p:nvPr/>
          </p:nvSpPr>
          <p:spPr>
            <a:xfrm>
              <a:off x="7856905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7" name="타원 26"/>
            <p:cNvSpPr/>
            <p:nvPr/>
          </p:nvSpPr>
          <p:spPr>
            <a:xfrm>
              <a:off x="7930213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8" name="타원 27"/>
            <p:cNvSpPr/>
            <p:nvPr/>
          </p:nvSpPr>
          <p:spPr>
            <a:xfrm>
              <a:off x="8003521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29" name="타원 28"/>
            <p:cNvSpPr/>
            <p:nvPr/>
          </p:nvSpPr>
          <p:spPr>
            <a:xfrm>
              <a:off x="8076829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0" name="타원 29"/>
            <p:cNvSpPr/>
            <p:nvPr/>
          </p:nvSpPr>
          <p:spPr>
            <a:xfrm>
              <a:off x="8150137" y="3496495"/>
              <a:ext cx="41642" cy="41642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1" name="타원 30"/>
            <p:cNvSpPr/>
            <p:nvPr/>
          </p:nvSpPr>
          <p:spPr>
            <a:xfrm>
              <a:off x="7815263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2" name="타원 31"/>
            <p:cNvSpPr/>
            <p:nvPr/>
          </p:nvSpPr>
          <p:spPr>
            <a:xfrm>
              <a:off x="7888571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3" name="타원 32"/>
            <p:cNvSpPr/>
            <p:nvPr/>
          </p:nvSpPr>
          <p:spPr>
            <a:xfrm>
              <a:off x="7961879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4" name="타원 33"/>
            <p:cNvSpPr/>
            <p:nvPr/>
          </p:nvSpPr>
          <p:spPr>
            <a:xfrm>
              <a:off x="8035187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5" name="타원 34"/>
            <p:cNvSpPr/>
            <p:nvPr/>
          </p:nvSpPr>
          <p:spPr>
            <a:xfrm>
              <a:off x="8108495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6" name="타원 35"/>
            <p:cNvSpPr/>
            <p:nvPr/>
          </p:nvSpPr>
          <p:spPr>
            <a:xfrm>
              <a:off x="8181803" y="3538138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7" name="타원 36"/>
            <p:cNvSpPr/>
            <p:nvPr/>
          </p:nvSpPr>
          <p:spPr>
            <a:xfrm>
              <a:off x="7856905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8" name="타원 37"/>
            <p:cNvSpPr/>
            <p:nvPr/>
          </p:nvSpPr>
          <p:spPr>
            <a:xfrm>
              <a:off x="7930213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39" name="타원 38"/>
            <p:cNvSpPr/>
            <p:nvPr/>
          </p:nvSpPr>
          <p:spPr>
            <a:xfrm>
              <a:off x="8003521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0" name="타원 39"/>
            <p:cNvSpPr/>
            <p:nvPr/>
          </p:nvSpPr>
          <p:spPr>
            <a:xfrm>
              <a:off x="8076829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1" name="타원 40"/>
            <p:cNvSpPr/>
            <p:nvPr/>
          </p:nvSpPr>
          <p:spPr>
            <a:xfrm>
              <a:off x="8150137" y="3579780"/>
              <a:ext cx="41642" cy="41642"/>
            </a:xfrm>
            <a:prstGeom prst="ellips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2" name="타원 41"/>
            <p:cNvSpPr/>
            <p:nvPr/>
          </p:nvSpPr>
          <p:spPr>
            <a:xfrm>
              <a:off x="7815263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3" name="타원 42"/>
            <p:cNvSpPr/>
            <p:nvPr/>
          </p:nvSpPr>
          <p:spPr>
            <a:xfrm>
              <a:off x="7888571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4" name="타원 43"/>
            <p:cNvSpPr/>
            <p:nvPr/>
          </p:nvSpPr>
          <p:spPr>
            <a:xfrm>
              <a:off x="7961879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5" name="타원 44"/>
            <p:cNvSpPr/>
            <p:nvPr/>
          </p:nvSpPr>
          <p:spPr>
            <a:xfrm>
              <a:off x="8035187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6" name="타원 45"/>
            <p:cNvSpPr/>
            <p:nvPr/>
          </p:nvSpPr>
          <p:spPr>
            <a:xfrm>
              <a:off x="8108495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  <p:sp>
          <p:nvSpPr>
            <p:cNvPr id="47" name="타원 46"/>
            <p:cNvSpPr/>
            <p:nvPr/>
          </p:nvSpPr>
          <p:spPr>
            <a:xfrm>
              <a:off x="8181803" y="3621422"/>
              <a:ext cx="41642" cy="41642"/>
            </a:xfrm>
            <a:prstGeom prst="ellips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212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>
                <a:latin typeface="나눔스퀘어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나눔스퀘어" panose="020B0600000101010101" pitchFamily="50" charset="-127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" panose="020B0600000101010101" pitchFamily="50" charset="-127"/>
              </a:defRPr>
            </a:lvl1pPr>
          </a:lstStyle>
          <a:p>
            <a:pPr>
              <a:defRPr/>
            </a:pPr>
            <a:fld id="{67321526-FD5D-4B14-B9EA-8713AB5A3F99}" type="datetime1">
              <a:rPr lang="ko-KR" altLang="en-US" smtClean="0"/>
              <a:pPr>
                <a:defRPr/>
              </a:pPr>
              <a:t>2026-04-21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396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268413"/>
            <a:ext cx="89154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나눔스퀘어" panose="020B0600000101010101" pitchFamily="50" charset="-127"/>
                <a:ea typeface="굴림" panose="020B0600000101010101" pitchFamily="50" charset="-127"/>
                <a:cs typeface="나눔스퀘어_ac" panose="020B0600000101010101" pitchFamily="50" charset="-127"/>
              </a:defRPr>
            </a:lvl1pPr>
          </a:lstStyle>
          <a:p>
            <a:pPr>
              <a:defRPr/>
            </a:pPr>
            <a:fld id="{0571D07E-2E4A-4F88-8BE6-3B9A086D1C80}" type="datetime1">
              <a:rPr lang="ko-KR" altLang="en-US" smtClean="0"/>
              <a:pPr>
                <a:defRPr/>
              </a:pPr>
              <a:t>2026-04-21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" panose="020B0600000101010101" pitchFamily="50" charset="-127"/>
                <a:ea typeface="굴림" panose="020B0600000101010101" pitchFamily="50" charset="-127"/>
                <a:cs typeface="나눔스퀘어_ac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9117991" y="6444476"/>
            <a:ext cx="5757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fld id="{141113A1-E3F1-F34E-BDE6-573B182D09C7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굴림" panose="020B0600000101010101" pitchFamily="50" charset="-127"/>
                <a:cs typeface="Open Sans Light" panose="020B0306030504020204" pitchFamily="34" charset="0"/>
              </a:rPr>
              <a:pPr algn="l"/>
              <a:t>‹#›</a:t>
            </a:fld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굴림" panose="020B0600000101010101" pitchFamily="50" charset="-127"/>
                <a:cs typeface="Open Sans Light" panose="020B0306030504020204" pitchFamily="34" charset="0"/>
              </a:rPr>
              <a:t>/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굴림" panose="020B0600000101010101" pitchFamily="50" charset="-127"/>
                <a:cs typeface="Open Sans Light" panose="020B0306030504020204" pitchFamily="34" charset="0"/>
              </a:rPr>
              <a:t>85</a:t>
            </a:r>
            <a:endParaRPr lang="en-US" sz="1600" dirty="0">
              <a:latin typeface="+mn-lt"/>
              <a:ea typeface="굴림" panose="020B0600000101010101" pitchFamily="50" charset="-127"/>
              <a:cs typeface="Open Sans Light" panose="020B0306030504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</p:sldLayoutIdLst>
  <p:hf sldNum="0" hdr="0" ftr="0" dt="0"/>
  <p:txStyles>
    <p:titleStyle>
      <a:lvl1pPr algn="l" rtl="0" fontAlgn="base" latinLnBrk="1">
        <a:spcBef>
          <a:spcPct val="0"/>
        </a:spcBef>
        <a:spcAft>
          <a:spcPct val="0"/>
        </a:spcAft>
        <a:defRPr sz="3600" b="0" kern="1200" baseline="0">
          <a:solidFill>
            <a:schemeClr val="accent2"/>
          </a:solidFill>
          <a:latin typeface="나눔스퀘어" panose="020B0600000101010101" pitchFamily="50" charset="-127"/>
          <a:ea typeface="굴림" panose="020B0600000101010101" pitchFamily="50" charset="-127"/>
          <a:cs typeface="나눔스퀘어_ac" panose="020B0600000101010101" pitchFamily="50" charset="-127"/>
        </a:defRPr>
      </a:lvl1pPr>
      <a:lvl2pPr algn="l" rtl="0" fontAlgn="base" latinLnBrk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2pPr>
      <a:lvl3pPr algn="l" rtl="0" fontAlgn="base" latinLnBrk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3pPr>
      <a:lvl4pPr algn="l" rtl="0" fontAlgn="base" latinLnBrk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4pPr>
      <a:lvl5pPr algn="l" rtl="0" fontAlgn="base" latinLnBrk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Tahoma" panose="020B0604030504040204" pitchFamily="34" charset="0"/>
          <a:ea typeface="Arial" panose="020B0604020202020204" pitchFamily="34" charset="0"/>
          <a:cs typeface="Tahoma" panose="020B0604030504040204" pitchFamily="34" charset="0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나눔스퀘어" panose="020B0600000101010101" pitchFamily="50" charset="-127"/>
          <a:ea typeface="굴림" panose="020B0600000101010101" pitchFamily="50" charset="-127"/>
          <a:cs typeface="나눔스퀘어_ac" panose="020B0600000101010101" pitchFamily="50" charset="-127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 baseline="0">
          <a:solidFill>
            <a:schemeClr val="tx1"/>
          </a:solidFill>
          <a:latin typeface="나눔스퀘어" panose="020B0600000101010101" pitchFamily="50" charset="-127"/>
          <a:ea typeface="굴림" panose="020B0600000101010101" pitchFamily="50" charset="-127"/>
          <a:cs typeface="나눔스퀘어_ac" panose="020B0600000101010101" pitchFamily="50" charset="-127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 baseline="0">
          <a:solidFill>
            <a:schemeClr val="tx1"/>
          </a:solidFill>
          <a:latin typeface="나눔스퀘어" panose="020B0600000101010101" pitchFamily="50" charset="-127"/>
          <a:ea typeface="굴림" panose="020B0600000101010101" pitchFamily="50" charset="-127"/>
          <a:cs typeface="나눔스퀘어_ac" panose="020B0600000101010101" pitchFamily="50" charset="-127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 baseline="0">
          <a:solidFill>
            <a:schemeClr val="tx1"/>
          </a:solidFill>
          <a:latin typeface="나눔스퀘어" panose="020B0600000101010101" pitchFamily="50" charset="-127"/>
          <a:ea typeface="굴림" panose="020B0600000101010101" pitchFamily="50" charset="-127"/>
          <a:cs typeface="나눔스퀘어_ac" panose="020B0600000101010101" pitchFamily="50" charset="-127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 baseline="0">
          <a:solidFill>
            <a:schemeClr val="tx1"/>
          </a:solidFill>
          <a:latin typeface="나눔스퀘어" panose="020B0600000101010101" pitchFamily="50" charset="-127"/>
          <a:ea typeface="굴림" panose="020B0600000101010101" pitchFamily="50" charset="-127"/>
          <a:cs typeface="나눔스퀘어_ac" panose="020B0600000101010101" pitchFamily="50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AC323-1C95-430B-A4F1-6DA88EA70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dirty="0">
                <a:latin typeface="+mj-lt"/>
                <a:ea typeface="나눔스퀘어" panose="020B0600000101010101" pitchFamily="50" charset="-127"/>
              </a:rPr>
              <a:t>Fig 1. Spatial NPU Architecture</a:t>
            </a:r>
            <a:endParaRPr lang="ko-KR" altLang="en-US" sz="3200" b="1" dirty="0">
              <a:latin typeface="+mj-lt"/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BBC6C2-099F-D5C4-5A97-FCF1AD8E2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6502" y="109729"/>
            <a:ext cx="1529016" cy="20608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C4A6AAD-5BD2-4C45-DE0D-2721472D1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347" y="4576666"/>
            <a:ext cx="2745352" cy="110061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06C6DFD-3ED5-7A13-F58F-225AB0BD6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5347" y="5903419"/>
            <a:ext cx="2745352" cy="76796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DCE55AB-44EC-AFE4-DDD6-66762D21D4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477" y="2273628"/>
            <a:ext cx="1427562" cy="2084167"/>
          </a:xfrm>
          <a:prstGeom prst="rect">
            <a:avLst/>
          </a:prstGeom>
        </p:spPr>
      </p:pic>
      <p:grpSp>
        <p:nvGrpSpPr>
          <p:cNvPr id="1118" name="그룹 1117">
            <a:extLst>
              <a:ext uri="{FF2B5EF4-FFF2-40B4-BE49-F238E27FC236}">
                <a16:creationId xmlns:a16="http://schemas.microsoft.com/office/drawing/2014/main" id="{AE5EDF35-E5DB-5D94-BA13-8835799531F9}"/>
              </a:ext>
            </a:extLst>
          </p:cNvPr>
          <p:cNvGrpSpPr/>
          <p:nvPr/>
        </p:nvGrpSpPr>
        <p:grpSpPr>
          <a:xfrm>
            <a:off x="1280012" y="1052736"/>
            <a:ext cx="4414821" cy="5760640"/>
            <a:chOff x="1280012" y="1052736"/>
            <a:chExt cx="4414821" cy="5760640"/>
          </a:xfrm>
        </p:grpSpPr>
        <p:sp>
          <p:nvSpPr>
            <p:cNvPr id="1116" name="직사각형 1115">
              <a:extLst>
                <a:ext uri="{FF2B5EF4-FFF2-40B4-BE49-F238E27FC236}">
                  <a16:creationId xmlns:a16="http://schemas.microsoft.com/office/drawing/2014/main" id="{99AC8663-DE57-818B-A63B-E7B1562F1A9B}"/>
                </a:ext>
              </a:extLst>
            </p:cNvPr>
            <p:cNvSpPr/>
            <p:nvPr/>
          </p:nvSpPr>
          <p:spPr>
            <a:xfrm>
              <a:off x="1280012" y="1052736"/>
              <a:ext cx="4414821" cy="5760640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8209343-B2FB-CEF2-85B6-06E19C5E982E}"/>
                </a:ext>
              </a:extLst>
            </p:cNvPr>
            <p:cNvSpPr/>
            <p:nvPr/>
          </p:nvSpPr>
          <p:spPr>
            <a:xfrm>
              <a:off x="1338200" y="1110481"/>
              <a:ext cx="4304231" cy="627643"/>
            </a:xfrm>
            <a:prstGeom prst="rect">
              <a:avLst/>
            </a:prstGeom>
            <a:solidFill>
              <a:srgbClr val="2C3E77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Memory Hierarchy</a:t>
              </a:r>
            </a:p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(Off-chip Memory &amp; On-chip Global Buffer)</a:t>
              </a:r>
              <a:endParaRPr lang="ko-KR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29C2E26-A160-132C-7B40-1D9DF5110811}"/>
                </a:ext>
              </a:extLst>
            </p:cNvPr>
            <p:cNvSpPr/>
            <p:nvPr/>
          </p:nvSpPr>
          <p:spPr>
            <a:xfrm>
              <a:off x="1338200" y="1965784"/>
              <a:ext cx="4304231" cy="627643"/>
            </a:xfrm>
            <a:prstGeom prst="rect">
              <a:avLst/>
            </a:prstGeom>
            <a:solidFill>
              <a:srgbClr val="27955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Network-on-Chip</a:t>
              </a:r>
            </a:p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(NoC)</a:t>
              </a:r>
              <a:endParaRPr lang="ko-KR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349C7EB-385C-ACD4-12F7-0024F900836D}"/>
                </a:ext>
              </a:extLst>
            </p:cNvPr>
            <p:cNvSpPr/>
            <p:nvPr/>
          </p:nvSpPr>
          <p:spPr>
            <a:xfrm>
              <a:off x="1338200" y="2817563"/>
              <a:ext cx="1045687" cy="9901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</a:t>
              </a:r>
              <a:endParaRPr lang="ko-KR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BA400C4-17E5-06F8-5101-BF67EDD5B854}"/>
                </a:ext>
              </a:extLst>
            </p:cNvPr>
            <p:cNvSpPr/>
            <p:nvPr/>
          </p:nvSpPr>
          <p:spPr>
            <a:xfrm>
              <a:off x="1394687" y="3152115"/>
              <a:ext cx="932714" cy="297964"/>
            </a:xfrm>
            <a:prstGeom prst="rect">
              <a:avLst/>
            </a:prstGeom>
            <a:solidFill>
              <a:srgbClr val="F9E79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Scratchpad Memory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3AC623B-0482-8418-99AA-C5BD838A46B2}"/>
                </a:ext>
              </a:extLst>
            </p:cNvPr>
            <p:cNvSpPr/>
            <p:nvPr/>
          </p:nvSpPr>
          <p:spPr>
            <a:xfrm>
              <a:off x="1394687" y="3451589"/>
              <a:ext cx="932714" cy="297964"/>
            </a:xfrm>
            <a:prstGeom prst="rect">
              <a:avLst/>
            </a:prstGeom>
            <a:solidFill>
              <a:srgbClr val="F5CBA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ALU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(MAC array)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BEB39C9-9E80-A254-8533-C00C95AA95DF}"/>
                </a:ext>
              </a:extLst>
            </p:cNvPr>
            <p:cNvSpPr/>
            <p:nvPr/>
          </p:nvSpPr>
          <p:spPr>
            <a:xfrm>
              <a:off x="2607754" y="2817563"/>
              <a:ext cx="1045687" cy="9901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</a:t>
              </a:r>
              <a:endParaRPr lang="ko-KR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EBA23D8A-FC22-0669-FB49-D8875E965747}"/>
                </a:ext>
              </a:extLst>
            </p:cNvPr>
            <p:cNvSpPr/>
            <p:nvPr/>
          </p:nvSpPr>
          <p:spPr>
            <a:xfrm>
              <a:off x="2664241" y="3152115"/>
              <a:ext cx="932714" cy="297964"/>
            </a:xfrm>
            <a:prstGeom prst="rect">
              <a:avLst/>
            </a:prstGeom>
            <a:solidFill>
              <a:srgbClr val="F9E79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Scratchpad Memory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594E0C2-B543-BFF9-243F-8634E0569F92}"/>
                </a:ext>
              </a:extLst>
            </p:cNvPr>
            <p:cNvSpPr/>
            <p:nvPr/>
          </p:nvSpPr>
          <p:spPr>
            <a:xfrm>
              <a:off x="2664241" y="3451589"/>
              <a:ext cx="932714" cy="297964"/>
            </a:xfrm>
            <a:prstGeom prst="rect">
              <a:avLst/>
            </a:prstGeom>
            <a:solidFill>
              <a:srgbClr val="F5CBA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ALU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(MAC array)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6431480-28D8-AFDC-BB12-5A0B9A033C4F}"/>
                </a:ext>
              </a:extLst>
            </p:cNvPr>
            <p:cNvSpPr/>
            <p:nvPr/>
          </p:nvSpPr>
          <p:spPr>
            <a:xfrm>
              <a:off x="4596744" y="2817563"/>
              <a:ext cx="1045687" cy="9901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</a:t>
              </a:r>
              <a:endParaRPr lang="ko-KR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8AC4610-0EEF-B68D-C0FF-B412A2855D59}"/>
                </a:ext>
              </a:extLst>
            </p:cNvPr>
            <p:cNvSpPr/>
            <p:nvPr/>
          </p:nvSpPr>
          <p:spPr>
            <a:xfrm>
              <a:off x="4653231" y="3152115"/>
              <a:ext cx="932714" cy="297964"/>
            </a:xfrm>
            <a:prstGeom prst="rect">
              <a:avLst/>
            </a:prstGeom>
            <a:solidFill>
              <a:srgbClr val="F9E79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Scratchpad Memory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AC2B2724-2518-A268-D0F2-1056D306E875}"/>
                </a:ext>
              </a:extLst>
            </p:cNvPr>
            <p:cNvSpPr/>
            <p:nvPr/>
          </p:nvSpPr>
          <p:spPr>
            <a:xfrm>
              <a:off x="4653231" y="3451589"/>
              <a:ext cx="932714" cy="297964"/>
            </a:xfrm>
            <a:prstGeom prst="rect">
              <a:avLst/>
            </a:prstGeom>
            <a:solidFill>
              <a:srgbClr val="F5CBA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ALU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(MAC array)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5A71260-A5BF-57FA-199F-C6F670118CA3}"/>
                </a:ext>
              </a:extLst>
            </p:cNvPr>
            <p:cNvSpPr/>
            <p:nvPr/>
          </p:nvSpPr>
          <p:spPr>
            <a:xfrm>
              <a:off x="1338200" y="4031607"/>
              <a:ext cx="1045687" cy="9901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</a:t>
              </a:r>
              <a:endParaRPr lang="ko-KR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FC959E2D-24AB-BCB9-5ADB-956DA9DAC08E}"/>
                </a:ext>
              </a:extLst>
            </p:cNvPr>
            <p:cNvSpPr/>
            <p:nvPr/>
          </p:nvSpPr>
          <p:spPr>
            <a:xfrm>
              <a:off x="1394687" y="4366158"/>
              <a:ext cx="932714" cy="297964"/>
            </a:xfrm>
            <a:prstGeom prst="rect">
              <a:avLst/>
            </a:prstGeom>
            <a:solidFill>
              <a:srgbClr val="F9E79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Scratchpad Memory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58E7588-247F-9903-B8AE-579DDCEA30BE}"/>
                </a:ext>
              </a:extLst>
            </p:cNvPr>
            <p:cNvSpPr/>
            <p:nvPr/>
          </p:nvSpPr>
          <p:spPr>
            <a:xfrm>
              <a:off x="1394687" y="4665632"/>
              <a:ext cx="932714" cy="297964"/>
            </a:xfrm>
            <a:prstGeom prst="rect">
              <a:avLst/>
            </a:prstGeom>
            <a:solidFill>
              <a:srgbClr val="F5CBA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ALU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(MAC array)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3940BB9-FFEB-1358-A01A-D557463485A2}"/>
                </a:ext>
              </a:extLst>
            </p:cNvPr>
            <p:cNvSpPr/>
            <p:nvPr/>
          </p:nvSpPr>
          <p:spPr>
            <a:xfrm>
              <a:off x="2607754" y="4031607"/>
              <a:ext cx="1045687" cy="9901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</a:t>
              </a:r>
              <a:endParaRPr lang="ko-KR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51FF4741-FEC6-2645-97D5-139E44F7442E}"/>
                </a:ext>
              </a:extLst>
            </p:cNvPr>
            <p:cNvSpPr/>
            <p:nvPr/>
          </p:nvSpPr>
          <p:spPr>
            <a:xfrm>
              <a:off x="2664241" y="4366158"/>
              <a:ext cx="932714" cy="297964"/>
            </a:xfrm>
            <a:prstGeom prst="rect">
              <a:avLst/>
            </a:prstGeom>
            <a:solidFill>
              <a:srgbClr val="F9E79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Scratchpad Memory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F2FAD78-F72D-D5A4-CFF1-97BB47773492}"/>
                </a:ext>
              </a:extLst>
            </p:cNvPr>
            <p:cNvSpPr/>
            <p:nvPr/>
          </p:nvSpPr>
          <p:spPr>
            <a:xfrm>
              <a:off x="2664241" y="4665632"/>
              <a:ext cx="932714" cy="297964"/>
            </a:xfrm>
            <a:prstGeom prst="rect">
              <a:avLst/>
            </a:prstGeom>
            <a:solidFill>
              <a:srgbClr val="F5CBA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ALU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(MAC array)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5" name="직사각형 1044">
              <a:extLst>
                <a:ext uri="{FF2B5EF4-FFF2-40B4-BE49-F238E27FC236}">
                  <a16:creationId xmlns:a16="http://schemas.microsoft.com/office/drawing/2014/main" id="{45C7B052-0473-B87E-FE47-AB499D8AC712}"/>
                </a:ext>
              </a:extLst>
            </p:cNvPr>
            <p:cNvSpPr/>
            <p:nvPr/>
          </p:nvSpPr>
          <p:spPr>
            <a:xfrm>
              <a:off x="4596744" y="4031607"/>
              <a:ext cx="1045687" cy="9901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</a:t>
              </a:r>
              <a:endParaRPr lang="ko-KR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8" name="직사각형 1047">
              <a:extLst>
                <a:ext uri="{FF2B5EF4-FFF2-40B4-BE49-F238E27FC236}">
                  <a16:creationId xmlns:a16="http://schemas.microsoft.com/office/drawing/2014/main" id="{02D51EF6-46DA-BD0A-4BF3-8779A71BB2F1}"/>
                </a:ext>
              </a:extLst>
            </p:cNvPr>
            <p:cNvSpPr/>
            <p:nvPr/>
          </p:nvSpPr>
          <p:spPr>
            <a:xfrm>
              <a:off x="4653231" y="4366158"/>
              <a:ext cx="932714" cy="297964"/>
            </a:xfrm>
            <a:prstGeom prst="rect">
              <a:avLst/>
            </a:prstGeom>
            <a:solidFill>
              <a:srgbClr val="F9E79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Scratchpad Memory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ED08E02F-A23D-8FB2-6B18-7CE74CD2FE44}"/>
                </a:ext>
              </a:extLst>
            </p:cNvPr>
            <p:cNvSpPr/>
            <p:nvPr/>
          </p:nvSpPr>
          <p:spPr>
            <a:xfrm>
              <a:off x="4653231" y="4665632"/>
              <a:ext cx="932714" cy="297964"/>
            </a:xfrm>
            <a:prstGeom prst="rect">
              <a:avLst/>
            </a:prstGeom>
            <a:solidFill>
              <a:srgbClr val="F5CBA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ALU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(MAC array)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7" name="자유형: 도형 1066">
              <a:extLst>
                <a:ext uri="{FF2B5EF4-FFF2-40B4-BE49-F238E27FC236}">
                  <a16:creationId xmlns:a16="http://schemas.microsoft.com/office/drawing/2014/main" id="{F5172BA4-E025-C39D-6644-2FEB4283E9D5}"/>
                </a:ext>
              </a:extLst>
            </p:cNvPr>
            <p:cNvSpPr/>
            <p:nvPr/>
          </p:nvSpPr>
          <p:spPr>
            <a:xfrm>
              <a:off x="3490316" y="1738124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9" name="자유형: 도형 1068">
              <a:extLst>
                <a:ext uri="{FF2B5EF4-FFF2-40B4-BE49-F238E27FC236}">
                  <a16:creationId xmlns:a16="http://schemas.microsoft.com/office/drawing/2014/main" id="{10370023-5E80-9B0C-7C4E-1CD4F283D743}"/>
                </a:ext>
              </a:extLst>
            </p:cNvPr>
            <p:cNvSpPr/>
            <p:nvPr/>
          </p:nvSpPr>
          <p:spPr>
            <a:xfrm>
              <a:off x="3129620" y="2593697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0" name="자유형: 도형 1069">
              <a:extLst>
                <a:ext uri="{FF2B5EF4-FFF2-40B4-BE49-F238E27FC236}">
                  <a16:creationId xmlns:a16="http://schemas.microsoft.com/office/drawing/2014/main" id="{A734C6E9-A17D-3E50-A357-0D2D4F90028C}"/>
                </a:ext>
              </a:extLst>
            </p:cNvPr>
            <p:cNvSpPr/>
            <p:nvPr/>
          </p:nvSpPr>
          <p:spPr>
            <a:xfrm>
              <a:off x="1861044" y="2593697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3" name="자유형: 도형 1072">
              <a:extLst>
                <a:ext uri="{FF2B5EF4-FFF2-40B4-BE49-F238E27FC236}">
                  <a16:creationId xmlns:a16="http://schemas.microsoft.com/office/drawing/2014/main" id="{96B87CD2-D5DC-EE7E-BBC4-A72B42169897}"/>
                </a:ext>
              </a:extLst>
            </p:cNvPr>
            <p:cNvSpPr/>
            <p:nvPr/>
          </p:nvSpPr>
          <p:spPr>
            <a:xfrm>
              <a:off x="5119588" y="2593697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4" name="자유형: 도형 1073">
              <a:extLst>
                <a:ext uri="{FF2B5EF4-FFF2-40B4-BE49-F238E27FC236}">
                  <a16:creationId xmlns:a16="http://schemas.microsoft.com/office/drawing/2014/main" id="{65DD9019-3B43-3C4B-214F-DBA1754C1B61}"/>
                </a:ext>
              </a:extLst>
            </p:cNvPr>
            <p:cNvSpPr/>
            <p:nvPr/>
          </p:nvSpPr>
          <p:spPr>
            <a:xfrm>
              <a:off x="3129620" y="3808010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5" name="자유형: 도형 1074">
              <a:extLst>
                <a:ext uri="{FF2B5EF4-FFF2-40B4-BE49-F238E27FC236}">
                  <a16:creationId xmlns:a16="http://schemas.microsoft.com/office/drawing/2014/main" id="{57FB60B9-5CDB-4FCF-CA40-1648866E0E18}"/>
                </a:ext>
              </a:extLst>
            </p:cNvPr>
            <p:cNvSpPr/>
            <p:nvPr/>
          </p:nvSpPr>
          <p:spPr>
            <a:xfrm>
              <a:off x="1861044" y="3808010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6" name="자유형: 도형 1075">
              <a:extLst>
                <a:ext uri="{FF2B5EF4-FFF2-40B4-BE49-F238E27FC236}">
                  <a16:creationId xmlns:a16="http://schemas.microsoft.com/office/drawing/2014/main" id="{A9E93990-1CBF-FCBD-22C1-5EF5A53B9761}"/>
                </a:ext>
              </a:extLst>
            </p:cNvPr>
            <p:cNvSpPr/>
            <p:nvPr/>
          </p:nvSpPr>
          <p:spPr>
            <a:xfrm>
              <a:off x="5119588" y="3808010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0" name="TextBox 1079">
                  <a:extLst>
                    <a:ext uri="{FF2B5EF4-FFF2-40B4-BE49-F238E27FC236}">
                      <a16:creationId xmlns:a16="http://schemas.microsoft.com/office/drawing/2014/main" id="{E1ABA03B-A342-2D40-B082-D406458E026A}"/>
                    </a:ext>
                  </a:extLst>
                </p:cNvPr>
                <p:cNvSpPr txBox="1"/>
                <p:nvPr/>
              </p:nvSpPr>
              <p:spPr>
                <a:xfrm>
                  <a:off x="3947500" y="3151871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ko-KR" alt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80" name="TextBox 1079">
                  <a:extLst>
                    <a:ext uri="{FF2B5EF4-FFF2-40B4-BE49-F238E27FC236}">
                      <a16:creationId xmlns:a16="http://schemas.microsoft.com/office/drawing/2014/main" id="{E1ABA03B-A342-2D40-B082-D406458E02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7500" y="3151871"/>
                  <a:ext cx="38343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4" name="TextBox 1083">
                  <a:extLst>
                    <a:ext uri="{FF2B5EF4-FFF2-40B4-BE49-F238E27FC236}">
                      <a16:creationId xmlns:a16="http://schemas.microsoft.com/office/drawing/2014/main" id="{7C0FF60A-2FD7-FACB-007C-FD7F1518AEAC}"/>
                    </a:ext>
                  </a:extLst>
                </p:cNvPr>
                <p:cNvSpPr txBox="1"/>
                <p:nvPr/>
              </p:nvSpPr>
              <p:spPr>
                <a:xfrm>
                  <a:off x="3947500" y="4366004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ko-KR" alt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84" name="TextBox 1083">
                  <a:extLst>
                    <a:ext uri="{FF2B5EF4-FFF2-40B4-BE49-F238E27FC236}">
                      <a16:creationId xmlns:a16="http://schemas.microsoft.com/office/drawing/2014/main" id="{7C0FF60A-2FD7-FACB-007C-FD7F1518AE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7500" y="4366004"/>
                  <a:ext cx="38343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85" name="자유형: 도형 1084">
              <a:extLst>
                <a:ext uri="{FF2B5EF4-FFF2-40B4-BE49-F238E27FC236}">
                  <a16:creationId xmlns:a16="http://schemas.microsoft.com/office/drawing/2014/main" id="{22F7971A-7E37-50FC-69CA-F4959E614843}"/>
                </a:ext>
              </a:extLst>
            </p:cNvPr>
            <p:cNvSpPr/>
            <p:nvPr/>
          </p:nvSpPr>
          <p:spPr>
            <a:xfrm rot="16200000">
              <a:off x="2415475" y="3120041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6" name="자유형: 도형 1085">
              <a:extLst>
                <a:ext uri="{FF2B5EF4-FFF2-40B4-BE49-F238E27FC236}">
                  <a16:creationId xmlns:a16="http://schemas.microsoft.com/office/drawing/2014/main" id="{DCDEE285-7DFF-9C31-C7BD-42BCDFE8031B}"/>
                </a:ext>
              </a:extLst>
            </p:cNvPr>
            <p:cNvSpPr/>
            <p:nvPr/>
          </p:nvSpPr>
          <p:spPr>
            <a:xfrm rot="16200000">
              <a:off x="2415475" y="4334417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7" name="자유형: 도형 1086">
              <a:extLst>
                <a:ext uri="{FF2B5EF4-FFF2-40B4-BE49-F238E27FC236}">
                  <a16:creationId xmlns:a16="http://schemas.microsoft.com/office/drawing/2014/main" id="{F8928D78-87BD-BBA1-0A17-7BCE71E01D8D}"/>
                </a:ext>
              </a:extLst>
            </p:cNvPr>
            <p:cNvSpPr/>
            <p:nvPr/>
          </p:nvSpPr>
          <p:spPr>
            <a:xfrm rot="16200000">
              <a:off x="3685029" y="3120041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8" name="자유형: 도형 1087">
              <a:extLst>
                <a:ext uri="{FF2B5EF4-FFF2-40B4-BE49-F238E27FC236}">
                  <a16:creationId xmlns:a16="http://schemas.microsoft.com/office/drawing/2014/main" id="{04949161-2860-1A1A-585F-631B855C02B7}"/>
                </a:ext>
              </a:extLst>
            </p:cNvPr>
            <p:cNvSpPr/>
            <p:nvPr/>
          </p:nvSpPr>
          <p:spPr>
            <a:xfrm rot="16200000">
              <a:off x="3685029" y="4334417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9" name="자유형: 도형 1088">
              <a:extLst>
                <a:ext uri="{FF2B5EF4-FFF2-40B4-BE49-F238E27FC236}">
                  <a16:creationId xmlns:a16="http://schemas.microsoft.com/office/drawing/2014/main" id="{59653ACC-3164-33E3-4B10-13A0C5B535E1}"/>
                </a:ext>
              </a:extLst>
            </p:cNvPr>
            <p:cNvSpPr/>
            <p:nvPr/>
          </p:nvSpPr>
          <p:spPr>
            <a:xfrm rot="16200000">
              <a:off x="4404465" y="3120041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0" name="자유형: 도형 1089">
              <a:extLst>
                <a:ext uri="{FF2B5EF4-FFF2-40B4-BE49-F238E27FC236}">
                  <a16:creationId xmlns:a16="http://schemas.microsoft.com/office/drawing/2014/main" id="{AD382E3D-3CBC-98B5-C2DB-200DD28FA2A1}"/>
                </a:ext>
              </a:extLst>
            </p:cNvPr>
            <p:cNvSpPr/>
            <p:nvPr/>
          </p:nvSpPr>
          <p:spPr>
            <a:xfrm rot="16200000">
              <a:off x="4404465" y="4334417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1" name="직사각형 1090">
              <a:extLst>
                <a:ext uri="{FF2B5EF4-FFF2-40B4-BE49-F238E27FC236}">
                  <a16:creationId xmlns:a16="http://schemas.microsoft.com/office/drawing/2014/main" id="{A2917824-AB45-4223-DF7E-EAC256D950B2}"/>
                </a:ext>
              </a:extLst>
            </p:cNvPr>
            <p:cNvSpPr/>
            <p:nvPr/>
          </p:nvSpPr>
          <p:spPr>
            <a:xfrm>
              <a:off x="1338200" y="5743858"/>
              <a:ext cx="1045687" cy="9901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</a:t>
              </a:r>
              <a:endParaRPr lang="ko-KR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2" name="직사각형 1091">
              <a:extLst>
                <a:ext uri="{FF2B5EF4-FFF2-40B4-BE49-F238E27FC236}">
                  <a16:creationId xmlns:a16="http://schemas.microsoft.com/office/drawing/2014/main" id="{991D138E-D9F7-D6D0-1F18-469001D5B442}"/>
                </a:ext>
              </a:extLst>
            </p:cNvPr>
            <p:cNvSpPr/>
            <p:nvPr/>
          </p:nvSpPr>
          <p:spPr>
            <a:xfrm>
              <a:off x="1394687" y="6078410"/>
              <a:ext cx="932714" cy="297964"/>
            </a:xfrm>
            <a:prstGeom prst="rect">
              <a:avLst/>
            </a:prstGeom>
            <a:solidFill>
              <a:srgbClr val="F9E79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Scratchpad Memory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3" name="직사각형 1092">
              <a:extLst>
                <a:ext uri="{FF2B5EF4-FFF2-40B4-BE49-F238E27FC236}">
                  <a16:creationId xmlns:a16="http://schemas.microsoft.com/office/drawing/2014/main" id="{FD25E12A-C3B8-FCC5-D42E-6161608D92FD}"/>
                </a:ext>
              </a:extLst>
            </p:cNvPr>
            <p:cNvSpPr/>
            <p:nvPr/>
          </p:nvSpPr>
          <p:spPr>
            <a:xfrm>
              <a:off x="1394687" y="6377883"/>
              <a:ext cx="932714" cy="297964"/>
            </a:xfrm>
            <a:prstGeom prst="rect">
              <a:avLst/>
            </a:prstGeom>
            <a:solidFill>
              <a:srgbClr val="F5CBA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ALU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(MAC array)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4" name="직사각형 1093">
              <a:extLst>
                <a:ext uri="{FF2B5EF4-FFF2-40B4-BE49-F238E27FC236}">
                  <a16:creationId xmlns:a16="http://schemas.microsoft.com/office/drawing/2014/main" id="{698C18D6-1367-2183-3BF3-D5C524D990BC}"/>
                </a:ext>
              </a:extLst>
            </p:cNvPr>
            <p:cNvSpPr/>
            <p:nvPr/>
          </p:nvSpPr>
          <p:spPr>
            <a:xfrm>
              <a:off x="2607754" y="5743858"/>
              <a:ext cx="1045687" cy="9901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</a:t>
              </a:r>
              <a:endParaRPr lang="ko-KR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5" name="직사각형 1094">
              <a:extLst>
                <a:ext uri="{FF2B5EF4-FFF2-40B4-BE49-F238E27FC236}">
                  <a16:creationId xmlns:a16="http://schemas.microsoft.com/office/drawing/2014/main" id="{7FB2AF79-C269-99C6-193F-165B3EB10F1B}"/>
                </a:ext>
              </a:extLst>
            </p:cNvPr>
            <p:cNvSpPr/>
            <p:nvPr/>
          </p:nvSpPr>
          <p:spPr>
            <a:xfrm>
              <a:off x="2664241" y="6078410"/>
              <a:ext cx="932714" cy="297964"/>
            </a:xfrm>
            <a:prstGeom prst="rect">
              <a:avLst/>
            </a:prstGeom>
            <a:solidFill>
              <a:srgbClr val="F9E79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Scratchpad Memory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6" name="직사각형 1095">
              <a:extLst>
                <a:ext uri="{FF2B5EF4-FFF2-40B4-BE49-F238E27FC236}">
                  <a16:creationId xmlns:a16="http://schemas.microsoft.com/office/drawing/2014/main" id="{BB683280-75E2-8591-AA5C-A15CEA40088F}"/>
                </a:ext>
              </a:extLst>
            </p:cNvPr>
            <p:cNvSpPr/>
            <p:nvPr/>
          </p:nvSpPr>
          <p:spPr>
            <a:xfrm>
              <a:off x="2664241" y="6377883"/>
              <a:ext cx="932714" cy="297964"/>
            </a:xfrm>
            <a:prstGeom prst="rect">
              <a:avLst/>
            </a:prstGeom>
            <a:solidFill>
              <a:srgbClr val="F5CBA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ALU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(MAC array)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7" name="직사각형 1096">
              <a:extLst>
                <a:ext uri="{FF2B5EF4-FFF2-40B4-BE49-F238E27FC236}">
                  <a16:creationId xmlns:a16="http://schemas.microsoft.com/office/drawing/2014/main" id="{CC224060-3F2F-21B5-AA5C-D77A7CB000E3}"/>
                </a:ext>
              </a:extLst>
            </p:cNvPr>
            <p:cNvSpPr/>
            <p:nvPr/>
          </p:nvSpPr>
          <p:spPr>
            <a:xfrm>
              <a:off x="4596744" y="5743858"/>
              <a:ext cx="1045687" cy="99017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</a:t>
              </a:r>
              <a:endParaRPr lang="ko-KR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8" name="직사각형 1097">
              <a:extLst>
                <a:ext uri="{FF2B5EF4-FFF2-40B4-BE49-F238E27FC236}">
                  <a16:creationId xmlns:a16="http://schemas.microsoft.com/office/drawing/2014/main" id="{E38B576D-5D54-DC25-E24F-7E86D777F24B}"/>
                </a:ext>
              </a:extLst>
            </p:cNvPr>
            <p:cNvSpPr/>
            <p:nvPr/>
          </p:nvSpPr>
          <p:spPr>
            <a:xfrm>
              <a:off x="4653231" y="6078410"/>
              <a:ext cx="932714" cy="297964"/>
            </a:xfrm>
            <a:prstGeom prst="rect">
              <a:avLst/>
            </a:prstGeom>
            <a:solidFill>
              <a:srgbClr val="F9E79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Scratchpad Memory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9" name="직사각형 1098">
              <a:extLst>
                <a:ext uri="{FF2B5EF4-FFF2-40B4-BE49-F238E27FC236}">
                  <a16:creationId xmlns:a16="http://schemas.microsoft.com/office/drawing/2014/main" id="{86DF81CA-9DE6-AFCF-B4B1-E693271F1DFB}"/>
                </a:ext>
              </a:extLst>
            </p:cNvPr>
            <p:cNvSpPr/>
            <p:nvPr/>
          </p:nvSpPr>
          <p:spPr>
            <a:xfrm>
              <a:off x="4653231" y="6377883"/>
              <a:ext cx="932714" cy="297964"/>
            </a:xfrm>
            <a:prstGeom prst="rect">
              <a:avLst/>
            </a:prstGeom>
            <a:solidFill>
              <a:srgbClr val="F5CBA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ALU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(MAC array)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0" name="자유형: 도형 1099">
              <a:extLst>
                <a:ext uri="{FF2B5EF4-FFF2-40B4-BE49-F238E27FC236}">
                  <a16:creationId xmlns:a16="http://schemas.microsoft.com/office/drawing/2014/main" id="{438F98B7-642E-49BB-0D5E-78B2938DE3CA}"/>
                </a:ext>
              </a:extLst>
            </p:cNvPr>
            <p:cNvSpPr/>
            <p:nvPr/>
          </p:nvSpPr>
          <p:spPr>
            <a:xfrm>
              <a:off x="3129620" y="5520262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1" name="자유형: 도형 1100">
              <a:extLst>
                <a:ext uri="{FF2B5EF4-FFF2-40B4-BE49-F238E27FC236}">
                  <a16:creationId xmlns:a16="http://schemas.microsoft.com/office/drawing/2014/main" id="{10236FCA-53E4-CE6C-9CE4-D72E1C699A6E}"/>
                </a:ext>
              </a:extLst>
            </p:cNvPr>
            <p:cNvSpPr/>
            <p:nvPr/>
          </p:nvSpPr>
          <p:spPr>
            <a:xfrm>
              <a:off x="1861044" y="5520262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2" name="자유형: 도형 1101">
              <a:extLst>
                <a:ext uri="{FF2B5EF4-FFF2-40B4-BE49-F238E27FC236}">
                  <a16:creationId xmlns:a16="http://schemas.microsoft.com/office/drawing/2014/main" id="{94FD180D-A26E-F17D-B846-E1DC058B6CC0}"/>
                </a:ext>
              </a:extLst>
            </p:cNvPr>
            <p:cNvSpPr/>
            <p:nvPr/>
          </p:nvSpPr>
          <p:spPr>
            <a:xfrm>
              <a:off x="5119588" y="5520262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DC0311AB-2FE2-83AD-97E6-2333E289094E}"/>
                    </a:ext>
                  </a:extLst>
                </p:cNvPr>
                <p:cNvSpPr txBox="1"/>
                <p:nvPr/>
              </p:nvSpPr>
              <p:spPr>
                <a:xfrm>
                  <a:off x="3947500" y="6078255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ko-KR" alt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DC0311AB-2FE2-83AD-97E6-2333E2890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7500" y="6078255"/>
                  <a:ext cx="38343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4" name="자유형: 도형 1103">
              <a:extLst>
                <a:ext uri="{FF2B5EF4-FFF2-40B4-BE49-F238E27FC236}">
                  <a16:creationId xmlns:a16="http://schemas.microsoft.com/office/drawing/2014/main" id="{E17EECA8-FC7A-01CA-AF5B-ED73324FBF0D}"/>
                </a:ext>
              </a:extLst>
            </p:cNvPr>
            <p:cNvSpPr/>
            <p:nvPr/>
          </p:nvSpPr>
          <p:spPr>
            <a:xfrm rot="16200000">
              <a:off x="2415475" y="6046668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5" name="자유형: 도형 1104">
              <a:extLst>
                <a:ext uri="{FF2B5EF4-FFF2-40B4-BE49-F238E27FC236}">
                  <a16:creationId xmlns:a16="http://schemas.microsoft.com/office/drawing/2014/main" id="{874B419C-881B-E4C2-290F-CDAA49215863}"/>
                </a:ext>
              </a:extLst>
            </p:cNvPr>
            <p:cNvSpPr/>
            <p:nvPr/>
          </p:nvSpPr>
          <p:spPr>
            <a:xfrm rot="16200000">
              <a:off x="3685029" y="6046668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6" name="자유형: 도형 1105">
              <a:extLst>
                <a:ext uri="{FF2B5EF4-FFF2-40B4-BE49-F238E27FC236}">
                  <a16:creationId xmlns:a16="http://schemas.microsoft.com/office/drawing/2014/main" id="{52A4298A-2600-86B5-789F-A839A630249C}"/>
                </a:ext>
              </a:extLst>
            </p:cNvPr>
            <p:cNvSpPr/>
            <p:nvPr/>
          </p:nvSpPr>
          <p:spPr>
            <a:xfrm rot="16200000">
              <a:off x="4404465" y="6046668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7" name="자유형: 도형 1106">
              <a:extLst>
                <a:ext uri="{FF2B5EF4-FFF2-40B4-BE49-F238E27FC236}">
                  <a16:creationId xmlns:a16="http://schemas.microsoft.com/office/drawing/2014/main" id="{295E14DE-8461-2867-B09E-DC32ADA882AE}"/>
                </a:ext>
              </a:extLst>
            </p:cNvPr>
            <p:cNvSpPr/>
            <p:nvPr/>
          </p:nvSpPr>
          <p:spPr>
            <a:xfrm>
              <a:off x="3129620" y="5021514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8" name="자유형: 도형 1107">
              <a:extLst>
                <a:ext uri="{FF2B5EF4-FFF2-40B4-BE49-F238E27FC236}">
                  <a16:creationId xmlns:a16="http://schemas.microsoft.com/office/drawing/2014/main" id="{07CA2AFE-EA90-53E3-4B8B-D21233869155}"/>
                </a:ext>
              </a:extLst>
            </p:cNvPr>
            <p:cNvSpPr/>
            <p:nvPr/>
          </p:nvSpPr>
          <p:spPr>
            <a:xfrm>
              <a:off x="1861044" y="5021514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9" name="자유형: 도형 1108">
              <a:extLst>
                <a:ext uri="{FF2B5EF4-FFF2-40B4-BE49-F238E27FC236}">
                  <a16:creationId xmlns:a16="http://schemas.microsoft.com/office/drawing/2014/main" id="{85EE59E7-9128-84C0-C920-CAD3237DB933}"/>
                </a:ext>
              </a:extLst>
            </p:cNvPr>
            <p:cNvSpPr/>
            <p:nvPr/>
          </p:nvSpPr>
          <p:spPr>
            <a:xfrm>
              <a:off x="5119588" y="5021514"/>
              <a:ext cx="160691" cy="223867"/>
            </a:xfrm>
            <a:custGeom>
              <a:avLst/>
              <a:gdLst>
                <a:gd name="csX0" fmla="*/ 0 w 0"/>
                <a:gd name="csY0" fmla="*/ 0 h 140350"/>
                <a:gd name="csX1" fmla="*/ 0 w 0"/>
                <a:gd name="csY1" fmla="*/ 140350 h 140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140350">
                  <a:moveTo>
                    <a:pt x="0" y="0"/>
                  </a:moveTo>
                  <a:lnTo>
                    <a:pt x="0" y="14035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0" name="TextBox 1109">
                  <a:extLst>
                    <a:ext uri="{FF2B5EF4-FFF2-40B4-BE49-F238E27FC236}">
                      <a16:creationId xmlns:a16="http://schemas.microsoft.com/office/drawing/2014/main" id="{8F2689A8-F5E5-61E3-F2D8-C956C8455DF5}"/>
                    </a:ext>
                  </a:extLst>
                </p:cNvPr>
                <p:cNvSpPr txBox="1"/>
                <p:nvPr/>
              </p:nvSpPr>
              <p:spPr>
                <a:xfrm rot="5400000">
                  <a:off x="4940646" y="5228933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ko-KR" alt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10" name="TextBox 1109">
                  <a:extLst>
                    <a:ext uri="{FF2B5EF4-FFF2-40B4-BE49-F238E27FC236}">
                      <a16:creationId xmlns:a16="http://schemas.microsoft.com/office/drawing/2014/main" id="{8F2689A8-F5E5-61E3-F2D8-C956C8455D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940646" y="5228933"/>
                  <a:ext cx="383438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65883651-F776-6326-BDAB-1F8697E14B91}"/>
                    </a:ext>
                  </a:extLst>
                </p:cNvPr>
                <p:cNvSpPr txBox="1"/>
                <p:nvPr/>
              </p:nvSpPr>
              <p:spPr>
                <a:xfrm rot="2700000">
                  <a:off x="3945006" y="5217466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ko-KR" alt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11" name="TextBox 1110">
                  <a:extLst>
                    <a:ext uri="{FF2B5EF4-FFF2-40B4-BE49-F238E27FC236}">
                      <a16:creationId xmlns:a16="http://schemas.microsoft.com/office/drawing/2014/main" id="{65883651-F776-6326-BDAB-1F8697E14B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700000">
                  <a:off x="3945006" y="5217466"/>
                  <a:ext cx="383438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2" name="TextBox 1111">
                  <a:extLst>
                    <a:ext uri="{FF2B5EF4-FFF2-40B4-BE49-F238E27FC236}">
                      <a16:creationId xmlns:a16="http://schemas.microsoft.com/office/drawing/2014/main" id="{A95B691D-DDD0-19F0-7436-0256465D7A2F}"/>
                    </a:ext>
                  </a:extLst>
                </p:cNvPr>
                <p:cNvSpPr txBox="1"/>
                <p:nvPr/>
              </p:nvSpPr>
              <p:spPr>
                <a:xfrm rot="5400000">
                  <a:off x="1680790" y="5228935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ko-KR" alt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12" name="TextBox 1111">
                  <a:extLst>
                    <a:ext uri="{FF2B5EF4-FFF2-40B4-BE49-F238E27FC236}">
                      <a16:creationId xmlns:a16="http://schemas.microsoft.com/office/drawing/2014/main" id="{A95B691D-DDD0-19F0-7436-0256465D7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680790" y="5228935"/>
                  <a:ext cx="383438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1BA0A5B9-5F72-4950-6ADC-E5B8DA5C20CB}"/>
                    </a:ext>
                  </a:extLst>
                </p:cNvPr>
                <p:cNvSpPr txBox="1"/>
                <p:nvPr/>
              </p:nvSpPr>
              <p:spPr>
                <a:xfrm rot="5400000">
                  <a:off x="2949366" y="5228937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ko-KR" alt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13" name="TextBox 1112">
                  <a:extLst>
                    <a:ext uri="{FF2B5EF4-FFF2-40B4-BE49-F238E27FC236}">
                      <a16:creationId xmlns:a16="http://schemas.microsoft.com/office/drawing/2014/main" id="{1BA0A5B9-5F72-4950-6ADC-E5B8DA5C20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949366" y="5228937"/>
                  <a:ext cx="383438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02397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2F5AB-157E-C472-1EE5-E292D5332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C5FD94-10E6-70ED-80FF-76F64E575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dirty="0">
                <a:latin typeface="+mj-lt"/>
                <a:ea typeface="나눔스퀘어" panose="020B0600000101010101" pitchFamily="50" charset="-127"/>
              </a:rPr>
              <a:t>Fig 2. Framework</a:t>
            </a:r>
            <a:endParaRPr lang="ko-KR" altLang="en-US" sz="3200" b="1" dirty="0">
              <a:latin typeface="+mj-lt"/>
              <a:ea typeface="나눔스퀘어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D76A29-9685-A1EF-E4B9-6620F5F4E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834" y="188784"/>
            <a:ext cx="5357150" cy="182039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C9B2C40B-ABCA-576A-97C9-FA2214173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616" y="152016"/>
            <a:ext cx="2849609" cy="1857155"/>
          </a:xfrm>
          <a:prstGeom prst="rect">
            <a:avLst/>
          </a:prstGeom>
        </p:spPr>
      </p:pic>
      <p:grpSp>
        <p:nvGrpSpPr>
          <p:cNvPr id="2204" name="그룹 2203">
            <a:extLst>
              <a:ext uri="{FF2B5EF4-FFF2-40B4-BE49-F238E27FC236}">
                <a16:creationId xmlns:a16="http://schemas.microsoft.com/office/drawing/2014/main" id="{0AACD751-BCE4-8B04-9BAF-E0F87C1A6E33}"/>
              </a:ext>
            </a:extLst>
          </p:cNvPr>
          <p:cNvGrpSpPr/>
          <p:nvPr/>
        </p:nvGrpSpPr>
        <p:grpSpPr>
          <a:xfrm>
            <a:off x="-40303" y="2131793"/>
            <a:ext cx="10002808" cy="5471930"/>
            <a:chOff x="-40303" y="2131793"/>
            <a:chExt cx="10002808" cy="5471930"/>
          </a:xfrm>
        </p:grpSpPr>
        <p:sp>
          <p:nvSpPr>
            <p:cNvPr id="2161" name="직사각형 2160">
              <a:extLst>
                <a:ext uri="{FF2B5EF4-FFF2-40B4-BE49-F238E27FC236}">
                  <a16:creationId xmlns:a16="http://schemas.microsoft.com/office/drawing/2014/main" id="{260619C5-1F4B-A158-8813-AB6F1FEF67A2}"/>
                </a:ext>
              </a:extLst>
            </p:cNvPr>
            <p:cNvSpPr/>
            <p:nvPr/>
          </p:nvSpPr>
          <p:spPr>
            <a:xfrm>
              <a:off x="0" y="2131793"/>
              <a:ext cx="9905999" cy="5471930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Titillium Web" panose="00000500000000000000" pitchFamily="2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049A544-D750-5AA1-EBBC-356367B1FCC1}"/>
                </a:ext>
              </a:extLst>
            </p:cNvPr>
            <p:cNvSpPr/>
            <p:nvPr/>
          </p:nvSpPr>
          <p:spPr>
            <a:xfrm>
              <a:off x="1215383" y="2191018"/>
              <a:ext cx="7629650" cy="45149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STAR-Map</a:t>
              </a:r>
              <a:endPara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7CDAC0-C648-34EA-79C6-DDC28CFE889F}"/>
                </a:ext>
              </a:extLst>
            </p:cNvPr>
            <p:cNvSpPr txBox="1"/>
            <p:nvPr/>
          </p:nvSpPr>
          <p:spPr>
            <a:xfrm>
              <a:off x="-31487" y="2506445"/>
              <a:ext cx="11624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latinLnBrk="0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Analysis Phase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737C66-E930-2C60-9DFB-A726C63FE437}"/>
                </a:ext>
              </a:extLst>
            </p:cNvPr>
            <p:cNvSpPr txBox="1"/>
            <p:nvPr/>
          </p:nvSpPr>
          <p:spPr>
            <a:xfrm>
              <a:off x="-40303" y="5244013"/>
              <a:ext cx="11801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latinLnBrk="0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Runtime Phase</a:t>
              </a:r>
              <a:endParaRPr lang="ko-KR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1B977F8-D040-CCFD-5B41-34A089FBB6F1}"/>
                </a:ext>
              </a:extLst>
            </p:cNvPr>
            <p:cNvSpPr/>
            <p:nvPr/>
          </p:nvSpPr>
          <p:spPr>
            <a:xfrm flipV="1">
              <a:off x="0" y="5151121"/>
              <a:ext cx="9905999" cy="52225"/>
            </a:xfrm>
            <a:custGeom>
              <a:avLst/>
              <a:gdLst>
                <a:gd name="csX0" fmla="*/ 0 w 9244148"/>
                <a:gd name="csY0" fmla="*/ 0 h 0"/>
                <a:gd name="csX1" fmla="*/ 9244148 w 9244148"/>
                <a:gd name="csY1" fmla="*/ 0 h 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244148">
                  <a:moveTo>
                    <a:pt x="0" y="0"/>
                  </a:moveTo>
                  <a:lnTo>
                    <a:pt x="924414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94" name="그룹 2193">
              <a:extLst>
                <a:ext uri="{FF2B5EF4-FFF2-40B4-BE49-F238E27FC236}">
                  <a16:creationId xmlns:a16="http://schemas.microsoft.com/office/drawing/2014/main" id="{AC396B39-5EDE-8430-26C9-9BB89249A656}"/>
                </a:ext>
              </a:extLst>
            </p:cNvPr>
            <p:cNvGrpSpPr/>
            <p:nvPr/>
          </p:nvGrpSpPr>
          <p:grpSpPr>
            <a:xfrm>
              <a:off x="97911" y="3039530"/>
              <a:ext cx="901187" cy="901187"/>
              <a:chOff x="97911" y="3039530"/>
              <a:chExt cx="901187" cy="901187"/>
            </a:xfrm>
          </p:grpSpPr>
          <p:pic>
            <p:nvPicPr>
              <p:cNvPr id="2187" name="그림 2186">
                <a:extLst>
                  <a:ext uri="{FF2B5EF4-FFF2-40B4-BE49-F238E27FC236}">
                    <a16:creationId xmlns:a16="http://schemas.microsoft.com/office/drawing/2014/main" id="{0B346D21-43A1-7865-FD54-D0095395D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911" y="3039530"/>
                <a:ext cx="901187" cy="901187"/>
              </a:xfrm>
              <a:prstGeom prst="rect">
                <a:avLst/>
              </a:prstGeom>
            </p:spPr>
          </p:pic>
          <p:sp>
            <p:nvSpPr>
              <p:cNvPr id="1146" name="TextBox 1145">
                <a:extLst>
                  <a:ext uri="{FF2B5EF4-FFF2-40B4-BE49-F238E27FC236}">
                    <a16:creationId xmlns:a16="http://schemas.microsoft.com/office/drawing/2014/main" id="{DB971EC2-55BA-F2A1-C36E-AC1645E25F57}"/>
                  </a:ext>
                </a:extLst>
              </p:cNvPr>
              <p:cNvSpPr txBox="1"/>
              <p:nvPr/>
            </p:nvSpPr>
            <p:spPr>
              <a:xfrm>
                <a:off x="219924" y="3279457"/>
                <a:ext cx="657161" cy="421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Operation</a:t>
                </a:r>
              </a:p>
              <a:p>
                <a:pPr algn="ctr"/>
                <a:r>
                  <a:rPr lang="en-US" altLang="ko-KR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</a:t>
                </a:r>
              </a:p>
              <a:p>
                <a:pPr algn="ctr"/>
                <a:r>
                  <a:rPr lang="en-US" altLang="ko-KR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(GEMM)</a:t>
                </a:r>
                <a:endParaRPr lang="ko-KR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19" name="직사각형 1118">
              <a:extLst>
                <a:ext uri="{FF2B5EF4-FFF2-40B4-BE49-F238E27FC236}">
                  <a16:creationId xmlns:a16="http://schemas.microsoft.com/office/drawing/2014/main" id="{F1439273-334E-E4C5-8682-9BD5F7499996}"/>
                </a:ext>
              </a:extLst>
            </p:cNvPr>
            <p:cNvSpPr/>
            <p:nvPr/>
          </p:nvSpPr>
          <p:spPr>
            <a:xfrm>
              <a:off x="1541139" y="2662703"/>
              <a:ext cx="2064033" cy="1453839"/>
            </a:xfrm>
            <a:prstGeom prst="rect">
              <a:avLst/>
            </a:prstGeom>
            <a:solidFill>
              <a:srgbClr val="2C3E77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50000"/>
                </a:lnSpc>
              </a:pPr>
              <a:r>
                <a:rPr lang="en-US" altLang="ko-KR" sz="1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Spatio</a:t>
              </a:r>
              <a:r>
                <a:rPr lang="en-US" altLang="ko-KR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-Temporal Decomposition</a:t>
              </a:r>
            </a:p>
          </p:txBody>
        </p:sp>
        <p:grpSp>
          <p:nvGrpSpPr>
            <p:cNvPr id="1091" name="그룹 1090">
              <a:extLst>
                <a:ext uri="{FF2B5EF4-FFF2-40B4-BE49-F238E27FC236}">
                  <a16:creationId xmlns:a16="http://schemas.microsoft.com/office/drawing/2014/main" id="{5FF93126-CD43-30E1-7763-AE524B2EC330}"/>
                </a:ext>
              </a:extLst>
            </p:cNvPr>
            <p:cNvGrpSpPr/>
            <p:nvPr/>
          </p:nvGrpSpPr>
          <p:grpSpPr>
            <a:xfrm>
              <a:off x="1682202" y="3000689"/>
              <a:ext cx="1781907" cy="1010769"/>
              <a:chOff x="2781786" y="2470091"/>
              <a:chExt cx="2417857" cy="1371505"/>
            </a:xfrm>
          </p:grpSpPr>
          <p:sp>
            <p:nvSpPr>
              <p:cNvPr id="1120" name="직사각형 1119">
                <a:extLst>
                  <a:ext uri="{FF2B5EF4-FFF2-40B4-BE49-F238E27FC236}">
                    <a16:creationId xmlns:a16="http://schemas.microsoft.com/office/drawing/2014/main" id="{D6FD1CA5-0A5A-1B47-97C1-86C7A496CB5E}"/>
                  </a:ext>
                </a:extLst>
              </p:cNvPr>
              <p:cNvSpPr/>
              <p:nvPr/>
            </p:nvSpPr>
            <p:spPr>
              <a:xfrm>
                <a:off x="2781786" y="2470091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 Partitioning Analysis</a:t>
                </a: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6CA7025B-ABD2-54AE-0E3B-0728A1591E4A}"/>
                  </a:ext>
                </a:extLst>
              </p:cNvPr>
              <p:cNvSpPr/>
              <p:nvPr/>
            </p:nvSpPr>
            <p:spPr>
              <a:xfrm>
                <a:off x="2781786" y="2822694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Partitioning Analysis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CBDDA277-7D8E-566B-A25E-B3752F568BEC}"/>
                  </a:ext>
                </a:extLst>
              </p:cNvPr>
              <p:cNvSpPr/>
              <p:nvPr/>
            </p:nvSpPr>
            <p:spPr>
              <a:xfrm>
                <a:off x="2781786" y="3175297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Loop Order Analysis</a:t>
                </a: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A00EB5AC-6300-074C-01B8-3242C70EDE51}"/>
                  </a:ext>
                </a:extLst>
              </p:cNvPr>
              <p:cNvSpPr/>
              <p:nvPr/>
            </p:nvSpPr>
            <p:spPr>
              <a:xfrm>
                <a:off x="2781786" y="3527900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 Variable Derivation</a:t>
                </a:r>
              </a:p>
            </p:txBody>
          </p:sp>
        </p:grpSp>
        <p:sp>
          <p:nvSpPr>
            <p:cNvPr id="2077" name="직사각형 2076">
              <a:extLst>
                <a:ext uri="{FF2B5EF4-FFF2-40B4-BE49-F238E27FC236}">
                  <a16:creationId xmlns:a16="http://schemas.microsoft.com/office/drawing/2014/main" id="{8571E791-BB46-2A3C-DABC-60B946A83B85}"/>
                </a:ext>
              </a:extLst>
            </p:cNvPr>
            <p:cNvSpPr/>
            <p:nvPr/>
          </p:nvSpPr>
          <p:spPr>
            <a:xfrm>
              <a:off x="3998192" y="2662703"/>
              <a:ext cx="2064033" cy="930816"/>
            </a:xfrm>
            <a:prstGeom prst="rect">
              <a:avLst/>
            </a:prstGeom>
            <a:solidFill>
              <a:srgbClr val="2C3E77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50000"/>
                </a:lnSpc>
              </a:pPr>
              <a:r>
                <a:rPr lang="en-US" altLang="ko-KR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Movement Analysis</a:t>
              </a:r>
            </a:p>
          </p:txBody>
        </p:sp>
        <p:grpSp>
          <p:nvGrpSpPr>
            <p:cNvPr id="2078" name="그룹 2077">
              <a:extLst>
                <a:ext uri="{FF2B5EF4-FFF2-40B4-BE49-F238E27FC236}">
                  <a16:creationId xmlns:a16="http://schemas.microsoft.com/office/drawing/2014/main" id="{56DBC92A-665F-6205-67A2-07C7134D0948}"/>
                </a:ext>
              </a:extLst>
            </p:cNvPr>
            <p:cNvGrpSpPr/>
            <p:nvPr/>
          </p:nvGrpSpPr>
          <p:grpSpPr>
            <a:xfrm>
              <a:off x="4139255" y="3000689"/>
              <a:ext cx="1781907" cy="491048"/>
              <a:chOff x="2781786" y="2470091"/>
              <a:chExt cx="2417857" cy="666299"/>
            </a:xfrm>
          </p:grpSpPr>
          <p:sp>
            <p:nvSpPr>
              <p:cNvPr id="2079" name="직사각형 2078">
                <a:extLst>
                  <a:ext uri="{FF2B5EF4-FFF2-40B4-BE49-F238E27FC236}">
                    <a16:creationId xmlns:a16="http://schemas.microsoft.com/office/drawing/2014/main" id="{F018F57A-D88A-63DB-9B74-E80AD40FB6C7}"/>
                  </a:ext>
                </a:extLst>
              </p:cNvPr>
              <p:cNvSpPr/>
              <p:nvPr/>
            </p:nvSpPr>
            <p:spPr>
              <a:xfrm>
                <a:off x="2781786" y="2470091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Transfer Volume Analysis</a:t>
                </a:r>
              </a:p>
            </p:txBody>
          </p:sp>
          <p:sp>
            <p:nvSpPr>
              <p:cNvPr id="2080" name="직사각형 2079">
                <a:extLst>
                  <a:ext uri="{FF2B5EF4-FFF2-40B4-BE49-F238E27FC236}">
                    <a16:creationId xmlns:a16="http://schemas.microsoft.com/office/drawing/2014/main" id="{8B62F0C1-66DF-B742-3F73-48828E4AF0D0}"/>
                  </a:ext>
                </a:extLst>
              </p:cNvPr>
              <p:cNvSpPr/>
              <p:nvPr/>
            </p:nvSpPr>
            <p:spPr>
              <a:xfrm>
                <a:off x="2781786" y="2822694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 Descriptor Count Analysis</a:t>
                </a:r>
              </a:p>
            </p:txBody>
          </p:sp>
        </p:grpSp>
        <p:sp>
          <p:nvSpPr>
            <p:cNvPr id="2096" name="직사각형 2095">
              <a:extLst>
                <a:ext uri="{FF2B5EF4-FFF2-40B4-BE49-F238E27FC236}">
                  <a16:creationId xmlns:a16="http://schemas.microsoft.com/office/drawing/2014/main" id="{169ACECE-3384-E7D7-87E6-A0E216BBEC03}"/>
                </a:ext>
              </a:extLst>
            </p:cNvPr>
            <p:cNvSpPr/>
            <p:nvPr/>
          </p:nvSpPr>
          <p:spPr>
            <a:xfrm>
              <a:off x="6455244" y="2662703"/>
              <a:ext cx="2064033" cy="930816"/>
            </a:xfrm>
            <a:prstGeom prst="rect">
              <a:avLst/>
            </a:prstGeom>
            <a:solidFill>
              <a:srgbClr val="2C3E77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50000"/>
                </a:lnSpc>
              </a:pPr>
              <a:r>
                <a:rPr lang="en-US" altLang="ko-KR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Analytical Cost Model</a:t>
              </a:r>
            </a:p>
          </p:txBody>
        </p:sp>
        <p:grpSp>
          <p:nvGrpSpPr>
            <p:cNvPr id="2097" name="그룹 2096">
              <a:extLst>
                <a:ext uri="{FF2B5EF4-FFF2-40B4-BE49-F238E27FC236}">
                  <a16:creationId xmlns:a16="http://schemas.microsoft.com/office/drawing/2014/main" id="{9194E005-5213-08EB-1BCA-023FB1E2EF89}"/>
                </a:ext>
              </a:extLst>
            </p:cNvPr>
            <p:cNvGrpSpPr/>
            <p:nvPr/>
          </p:nvGrpSpPr>
          <p:grpSpPr>
            <a:xfrm>
              <a:off x="6596307" y="3000689"/>
              <a:ext cx="1781907" cy="491048"/>
              <a:chOff x="2781786" y="2470091"/>
              <a:chExt cx="2417857" cy="666299"/>
            </a:xfrm>
          </p:grpSpPr>
          <p:sp>
            <p:nvSpPr>
              <p:cNvPr id="2098" name="직사각형 2097">
                <a:extLst>
                  <a:ext uri="{FF2B5EF4-FFF2-40B4-BE49-F238E27FC236}">
                    <a16:creationId xmlns:a16="http://schemas.microsoft.com/office/drawing/2014/main" id="{E945AAA1-03BF-98EA-6B9D-15995A22BD1F}"/>
                  </a:ext>
                </a:extLst>
              </p:cNvPr>
              <p:cNvSpPr/>
              <p:nvPr/>
            </p:nvSpPr>
            <p:spPr>
              <a:xfrm>
                <a:off x="2781786" y="2470091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Performance Model Formulation</a:t>
                </a:r>
              </a:p>
            </p:txBody>
          </p:sp>
          <p:sp>
            <p:nvSpPr>
              <p:cNvPr id="2099" name="직사각형 2098">
                <a:extLst>
                  <a:ext uri="{FF2B5EF4-FFF2-40B4-BE49-F238E27FC236}">
                    <a16:creationId xmlns:a16="http://schemas.microsoft.com/office/drawing/2014/main" id="{F2BD01A5-608F-D97F-1A21-D60095336A7E}"/>
                  </a:ext>
                </a:extLst>
              </p:cNvPr>
              <p:cNvSpPr/>
              <p:nvPr/>
            </p:nvSpPr>
            <p:spPr>
              <a:xfrm>
                <a:off x="2781786" y="2822694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 Model Formulation</a:t>
                </a:r>
              </a:p>
            </p:txBody>
          </p:sp>
        </p:grpSp>
        <p:sp>
          <p:nvSpPr>
            <p:cNvPr id="2106" name="직사각형 2105">
              <a:extLst>
                <a:ext uri="{FF2B5EF4-FFF2-40B4-BE49-F238E27FC236}">
                  <a16:creationId xmlns:a16="http://schemas.microsoft.com/office/drawing/2014/main" id="{5C3D730A-ACF1-BDA9-C6B6-C30650E3B2A3}"/>
                </a:ext>
              </a:extLst>
            </p:cNvPr>
            <p:cNvSpPr/>
            <p:nvPr/>
          </p:nvSpPr>
          <p:spPr>
            <a:xfrm>
              <a:off x="1541139" y="5369601"/>
              <a:ext cx="2064033" cy="1187818"/>
            </a:xfrm>
            <a:prstGeom prst="rect">
              <a:avLst/>
            </a:prstGeom>
            <a:solidFill>
              <a:srgbClr val="2C3E77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50000"/>
                </a:lnSpc>
              </a:pPr>
              <a:r>
                <a:rPr lang="en-US" altLang="ko-KR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Configuration Generation</a:t>
              </a:r>
            </a:p>
          </p:txBody>
        </p:sp>
        <p:grpSp>
          <p:nvGrpSpPr>
            <p:cNvPr id="2107" name="그룹 2106">
              <a:extLst>
                <a:ext uri="{FF2B5EF4-FFF2-40B4-BE49-F238E27FC236}">
                  <a16:creationId xmlns:a16="http://schemas.microsoft.com/office/drawing/2014/main" id="{5EAEB1D4-839B-C24A-0B19-A4182B9A4F81}"/>
                </a:ext>
              </a:extLst>
            </p:cNvPr>
            <p:cNvGrpSpPr/>
            <p:nvPr/>
          </p:nvGrpSpPr>
          <p:grpSpPr>
            <a:xfrm>
              <a:off x="1682202" y="5707585"/>
              <a:ext cx="1781907" cy="750908"/>
              <a:chOff x="2781786" y="2470091"/>
              <a:chExt cx="2417857" cy="1018902"/>
            </a:xfrm>
          </p:grpSpPr>
          <p:sp>
            <p:nvSpPr>
              <p:cNvPr id="2108" name="직사각형 2107">
                <a:extLst>
                  <a:ext uri="{FF2B5EF4-FFF2-40B4-BE49-F238E27FC236}">
                    <a16:creationId xmlns:a16="http://schemas.microsoft.com/office/drawing/2014/main" id="{7E715B82-98E8-508C-175D-321E7AB7767B}"/>
                  </a:ext>
                </a:extLst>
              </p:cNvPr>
              <p:cNvSpPr/>
              <p:nvPr/>
            </p:nvSpPr>
            <p:spPr>
              <a:xfrm>
                <a:off x="2781786" y="2470091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HW-specific Constraint Definition</a:t>
                </a:r>
              </a:p>
            </p:txBody>
          </p:sp>
          <p:sp>
            <p:nvSpPr>
              <p:cNvPr id="2109" name="직사각형 2108">
                <a:extLst>
                  <a:ext uri="{FF2B5EF4-FFF2-40B4-BE49-F238E27FC236}">
                    <a16:creationId xmlns:a16="http://schemas.microsoft.com/office/drawing/2014/main" id="{C6CB2C02-91AC-BC22-58FC-4112D3A87358}"/>
                  </a:ext>
                </a:extLst>
              </p:cNvPr>
              <p:cNvSpPr/>
              <p:nvPr/>
            </p:nvSpPr>
            <p:spPr>
              <a:xfrm>
                <a:off x="2781786" y="2822694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Configuration Space Construction</a:t>
                </a:r>
              </a:p>
            </p:txBody>
          </p:sp>
          <p:sp>
            <p:nvSpPr>
              <p:cNvPr id="2110" name="직사각형 2109">
                <a:extLst>
                  <a:ext uri="{FF2B5EF4-FFF2-40B4-BE49-F238E27FC236}">
                    <a16:creationId xmlns:a16="http://schemas.microsoft.com/office/drawing/2014/main" id="{494689D2-774A-C4F2-E5DE-647E65C0280C}"/>
                  </a:ext>
                </a:extLst>
              </p:cNvPr>
              <p:cNvSpPr/>
              <p:nvPr/>
            </p:nvSpPr>
            <p:spPr>
              <a:xfrm>
                <a:off x="2781786" y="3175297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Feasible Candidate Generation</a:t>
                </a:r>
              </a:p>
            </p:txBody>
          </p:sp>
        </p:grpSp>
        <p:sp>
          <p:nvSpPr>
            <p:cNvPr id="2113" name="직사각형 2112">
              <a:extLst>
                <a:ext uri="{FF2B5EF4-FFF2-40B4-BE49-F238E27FC236}">
                  <a16:creationId xmlns:a16="http://schemas.microsoft.com/office/drawing/2014/main" id="{9252C847-C760-7336-BF1F-41B2AC90D774}"/>
                </a:ext>
              </a:extLst>
            </p:cNvPr>
            <p:cNvSpPr/>
            <p:nvPr/>
          </p:nvSpPr>
          <p:spPr>
            <a:xfrm>
              <a:off x="5226718" y="4116542"/>
              <a:ext cx="2064033" cy="930816"/>
            </a:xfrm>
            <a:prstGeom prst="rect">
              <a:avLst/>
            </a:prstGeom>
            <a:solidFill>
              <a:srgbClr val="2C3E77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50000"/>
                </a:lnSpc>
              </a:pPr>
              <a:r>
                <a:rPr lang="en-US" altLang="ko-KR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Structural Analysis</a:t>
              </a:r>
            </a:p>
          </p:txBody>
        </p:sp>
        <p:grpSp>
          <p:nvGrpSpPr>
            <p:cNvPr id="2114" name="그룹 2113">
              <a:extLst>
                <a:ext uri="{FF2B5EF4-FFF2-40B4-BE49-F238E27FC236}">
                  <a16:creationId xmlns:a16="http://schemas.microsoft.com/office/drawing/2014/main" id="{FF70EA03-FDF4-85DE-5683-778CA1CF42A0}"/>
                </a:ext>
              </a:extLst>
            </p:cNvPr>
            <p:cNvGrpSpPr/>
            <p:nvPr/>
          </p:nvGrpSpPr>
          <p:grpSpPr>
            <a:xfrm>
              <a:off x="5367781" y="4454528"/>
              <a:ext cx="1781907" cy="491048"/>
              <a:chOff x="2781786" y="2470091"/>
              <a:chExt cx="2417857" cy="666299"/>
            </a:xfrm>
          </p:grpSpPr>
          <p:sp>
            <p:nvSpPr>
              <p:cNvPr id="2115" name="직사각형 2114">
                <a:extLst>
                  <a:ext uri="{FF2B5EF4-FFF2-40B4-BE49-F238E27FC236}">
                    <a16:creationId xmlns:a16="http://schemas.microsoft.com/office/drawing/2014/main" id="{889546F0-59DE-2DDF-3E77-AC9B5C701402}"/>
                  </a:ext>
                </a:extLst>
              </p:cNvPr>
              <p:cNvSpPr/>
              <p:nvPr/>
            </p:nvSpPr>
            <p:spPr>
              <a:xfrm>
                <a:off x="2781786" y="2470091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Structure Analysis</a:t>
                </a:r>
              </a:p>
            </p:txBody>
          </p:sp>
          <p:sp>
            <p:nvSpPr>
              <p:cNvPr id="2116" name="직사각형 2115">
                <a:extLst>
                  <a:ext uri="{FF2B5EF4-FFF2-40B4-BE49-F238E27FC236}">
                    <a16:creationId xmlns:a16="http://schemas.microsoft.com/office/drawing/2014/main" id="{E9A274C7-F26B-E4CD-B4C9-1A63B914139D}"/>
                  </a:ext>
                </a:extLst>
              </p:cNvPr>
              <p:cNvSpPr/>
              <p:nvPr/>
            </p:nvSpPr>
            <p:spPr>
              <a:xfrm>
                <a:off x="2781786" y="2822694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Structural Property Extraction</a:t>
                </a:r>
              </a:p>
            </p:txBody>
          </p:sp>
        </p:grpSp>
        <p:sp>
          <p:nvSpPr>
            <p:cNvPr id="2118" name="직사각형 2117">
              <a:extLst>
                <a:ext uri="{FF2B5EF4-FFF2-40B4-BE49-F238E27FC236}">
                  <a16:creationId xmlns:a16="http://schemas.microsoft.com/office/drawing/2014/main" id="{8C2AB4D1-BC4C-0603-D13E-BA5A82D754CD}"/>
                </a:ext>
              </a:extLst>
            </p:cNvPr>
            <p:cNvSpPr/>
            <p:nvPr/>
          </p:nvSpPr>
          <p:spPr>
            <a:xfrm>
              <a:off x="3998191" y="5369601"/>
              <a:ext cx="2064033" cy="930816"/>
            </a:xfrm>
            <a:prstGeom prst="rect">
              <a:avLst/>
            </a:prstGeom>
            <a:solidFill>
              <a:srgbClr val="2C3E77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50000"/>
                </a:lnSpc>
              </a:pPr>
              <a:r>
                <a:rPr lang="en-US" altLang="ko-KR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Structure-Based Pruning</a:t>
              </a:r>
            </a:p>
          </p:txBody>
        </p:sp>
        <p:grpSp>
          <p:nvGrpSpPr>
            <p:cNvPr id="2119" name="그룹 2118">
              <a:extLst>
                <a:ext uri="{FF2B5EF4-FFF2-40B4-BE49-F238E27FC236}">
                  <a16:creationId xmlns:a16="http://schemas.microsoft.com/office/drawing/2014/main" id="{2F75BE63-8F19-1201-2E70-8BE6428A85F8}"/>
                </a:ext>
              </a:extLst>
            </p:cNvPr>
            <p:cNvGrpSpPr/>
            <p:nvPr/>
          </p:nvGrpSpPr>
          <p:grpSpPr>
            <a:xfrm>
              <a:off x="4139254" y="5707587"/>
              <a:ext cx="1781907" cy="491048"/>
              <a:chOff x="2781786" y="2470091"/>
              <a:chExt cx="2417857" cy="666299"/>
            </a:xfrm>
          </p:grpSpPr>
          <p:sp>
            <p:nvSpPr>
              <p:cNvPr id="2120" name="직사각형 2119">
                <a:extLst>
                  <a:ext uri="{FF2B5EF4-FFF2-40B4-BE49-F238E27FC236}">
                    <a16:creationId xmlns:a16="http://schemas.microsoft.com/office/drawing/2014/main" id="{BC4405E7-763D-56CC-F921-C9B5126FF766}"/>
                  </a:ext>
                </a:extLst>
              </p:cNvPr>
              <p:cNvSpPr/>
              <p:nvPr/>
            </p:nvSpPr>
            <p:spPr>
              <a:xfrm>
                <a:off x="2781786" y="2470091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Pruning Rule Derivation</a:t>
                </a:r>
              </a:p>
            </p:txBody>
          </p:sp>
          <p:sp>
            <p:nvSpPr>
              <p:cNvPr id="2121" name="직사각형 2120">
                <a:extLst>
                  <a:ext uri="{FF2B5EF4-FFF2-40B4-BE49-F238E27FC236}">
                    <a16:creationId xmlns:a16="http://schemas.microsoft.com/office/drawing/2014/main" id="{5A526A11-640A-CDD3-A410-04D6EC1B0753}"/>
                  </a:ext>
                </a:extLst>
              </p:cNvPr>
              <p:cNvSpPr/>
              <p:nvPr/>
            </p:nvSpPr>
            <p:spPr>
              <a:xfrm>
                <a:off x="2781786" y="2822694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Search Space Reduction</a:t>
                </a:r>
              </a:p>
            </p:txBody>
          </p:sp>
        </p:grpSp>
        <p:sp>
          <p:nvSpPr>
            <p:cNvPr id="2123" name="직사각형 2122">
              <a:extLst>
                <a:ext uri="{FF2B5EF4-FFF2-40B4-BE49-F238E27FC236}">
                  <a16:creationId xmlns:a16="http://schemas.microsoft.com/office/drawing/2014/main" id="{68088FE3-9963-9712-FBFA-9744704726C5}"/>
                </a:ext>
              </a:extLst>
            </p:cNvPr>
            <p:cNvSpPr/>
            <p:nvPr/>
          </p:nvSpPr>
          <p:spPr>
            <a:xfrm>
              <a:off x="6455244" y="5369601"/>
              <a:ext cx="2064033" cy="930816"/>
            </a:xfrm>
            <a:prstGeom prst="rect">
              <a:avLst/>
            </a:prstGeom>
            <a:solidFill>
              <a:srgbClr val="2C3E77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50000"/>
                </a:lnSpc>
              </a:pPr>
              <a:r>
                <a:rPr lang="en-US" altLang="ko-KR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Cost Evaluation &amp; Selection</a:t>
              </a:r>
            </a:p>
          </p:txBody>
        </p:sp>
        <p:grpSp>
          <p:nvGrpSpPr>
            <p:cNvPr id="2124" name="그룹 2123">
              <a:extLst>
                <a:ext uri="{FF2B5EF4-FFF2-40B4-BE49-F238E27FC236}">
                  <a16:creationId xmlns:a16="http://schemas.microsoft.com/office/drawing/2014/main" id="{D58D5792-901B-EA20-77B3-D6EB807C900D}"/>
                </a:ext>
              </a:extLst>
            </p:cNvPr>
            <p:cNvGrpSpPr/>
            <p:nvPr/>
          </p:nvGrpSpPr>
          <p:grpSpPr>
            <a:xfrm>
              <a:off x="6596307" y="5707587"/>
              <a:ext cx="1781907" cy="491048"/>
              <a:chOff x="2781786" y="2470091"/>
              <a:chExt cx="2417857" cy="666299"/>
            </a:xfrm>
          </p:grpSpPr>
          <p:sp>
            <p:nvSpPr>
              <p:cNvPr id="2125" name="직사각형 2124">
                <a:extLst>
                  <a:ext uri="{FF2B5EF4-FFF2-40B4-BE49-F238E27FC236}">
                    <a16:creationId xmlns:a16="http://schemas.microsoft.com/office/drawing/2014/main" id="{E033924A-F6AA-1563-BDC6-23132904FD44}"/>
                  </a:ext>
                </a:extLst>
              </p:cNvPr>
              <p:cNvSpPr/>
              <p:nvPr/>
            </p:nvSpPr>
            <p:spPr>
              <a:xfrm>
                <a:off x="2781786" y="2470091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Function Evaluation</a:t>
                </a:r>
              </a:p>
            </p:txBody>
          </p:sp>
          <p:sp>
            <p:nvSpPr>
              <p:cNvPr id="2126" name="직사각형 2125">
                <a:extLst>
                  <a:ext uri="{FF2B5EF4-FFF2-40B4-BE49-F238E27FC236}">
                    <a16:creationId xmlns:a16="http://schemas.microsoft.com/office/drawing/2014/main" id="{36179DE1-40E4-E0F7-0C3A-79CEE0892A8A}"/>
                  </a:ext>
                </a:extLst>
              </p:cNvPr>
              <p:cNvSpPr/>
              <p:nvPr/>
            </p:nvSpPr>
            <p:spPr>
              <a:xfrm>
                <a:off x="2781786" y="2822694"/>
                <a:ext cx="2417857" cy="313696"/>
              </a:xfrm>
              <a:prstGeom prst="rect">
                <a:avLst/>
              </a:prstGeom>
              <a:solidFill>
                <a:srgbClr val="27955E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EDP-optimal Selection</a:t>
                </a:r>
              </a:p>
            </p:txBody>
          </p:sp>
        </p:grpSp>
        <p:sp>
          <p:nvSpPr>
            <p:cNvPr id="2128" name="직사각형 2127">
              <a:extLst>
                <a:ext uri="{FF2B5EF4-FFF2-40B4-BE49-F238E27FC236}">
                  <a16:creationId xmlns:a16="http://schemas.microsoft.com/office/drawing/2014/main" id="{8DFB3F2D-67B7-0C89-2D95-397E1017FB49}"/>
                </a:ext>
              </a:extLst>
            </p:cNvPr>
            <p:cNvSpPr/>
            <p:nvPr/>
          </p:nvSpPr>
          <p:spPr>
            <a:xfrm>
              <a:off x="2241774" y="4376880"/>
              <a:ext cx="2064033" cy="670478"/>
            </a:xfrm>
            <a:prstGeom prst="rect">
              <a:avLst/>
            </a:prstGeom>
            <a:solidFill>
              <a:srgbClr val="2C3E77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50000"/>
                </a:lnSpc>
              </a:pPr>
              <a:r>
                <a:rPr lang="en-US" altLang="ko-KR"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Constraint Formulation</a:t>
              </a:r>
            </a:p>
          </p:txBody>
        </p:sp>
        <p:sp>
          <p:nvSpPr>
            <p:cNvPr id="2130" name="직사각형 2129">
              <a:extLst>
                <a:ext uri="{FF2B5EF4-FFF2-40B4-BE49-F238E27FC236}">
                  <a16:creationId xmlns:a16="http://schemas.microsoft.com/office/drawing/2014/main" id="{B367E830-D919-1867-2391-AFBFA8BD98A9}"/>
                </a:ext>
              </a:extLst>
            </p:cNvPr>
            <p:cNvSpPr/>
            <p:nvPr/>
          </p:nvSpPr>
          <p:spPr>
            <a:xfrm>
              <a:off x="2382837" y="4714866"/>
              <a:ext cx="1781907" cy="231187"/>
            </a:xfrm>
            <a:prstGeom prst="rect">
              <a:avLst/>
            </a:prstGeom>
            <a:solidFill>
              <a:srgbClr val="27955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Generic Constraint Definition</a:t>
              </a:r>
            </a:p>
          </p:txBody>
        </p:sp>
        <p:sp>
          <p:nvSpPr>
            <p:cNvPr id="2141" name="자유형: 도형 2140">
              <a:extLst>
                <a:ext uri="{FF2B5EF4-FFF2-40B4-BE49-F238E27FC236}">
                  <a16:creationId xmlns:a16="http://schemas.microsoft.com/office/drawing/2014/main" id="{2F6276E5-95B9-C552-542A-5951519B724F}"/>
                </a:ext>
              </a:extLst>
            </p:cNvPr>
            <p:cNvSpPr/>
            <p:nvPr/>
          </p:nvSpPr>
          <p:spPr>
            <a:xfrm flipH="1">
              <a:off x="2865372" y="4116542"/>
              <a:ext cx="115686" cy="260338"/>
            </a:xfrm>
            <a:custGeom>
              <a:avLst/>
              <a:gdLst>
                <a:gd name="csX0" fmla="*/ 0 w 0"/>
                <a:gd name="csY0" fmla="*/ 0 h 244928"/>
                <a:gd name="csX1" fmla="*/ 0 w 0"/>
                <a:gd name="csY1" fmla="*/ 244928 h 244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44928">
                  <a:moveTo>
                    <a:pt x="0" y="0"/>
                  </a:moveTo>
                  <a:lnTo>
                    <a:pt x="0" y="24492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2" name="자유형: 도형 2141">
              <a:extLst>
                <a:ext uri="{FF2B5EF4-FFF2-40B4-BE49-F238E27FC236}">
                  <a16:creationId xmlns:a16="http://schemas.microsoft.com/office/drawing/2014/main" id="{4C31F4F5-FB5F-30F3-E4E4-396D4C549805}"/>
                </a:ext>
              </a:extLst>
            </p:cNvPr>
            <p:cNvSpPr/>
            <p:nvPr/>
          </p:nvSpPr>
          <p:spPr>
            <a:xfrm flipH="1">
              <a:off x="1778780" y="4116541"/>
              <a:ext cx="115686" cy="1253059"/>
            </a:xfrm>
            <a:custGeom>
              <a:avLst/>
              <a:gdLst>
                <a:gd name="csX0" fmla="*/ 0 w 0"/>
                <a:gd name="csY0" fmla="*/ 0 h 244928"/>
                <a:gd name="csX1" fmla="*/ 0 w 0"/>
                <a:gd name="csY1" fmla="*/ 244928 h 244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44928">
                  <a:moveTo>
                    <a:pt x="0" y="0"/>
                  </a:moveTo>
                  <a:lnTo>
                    <a:pt x="0" y="24492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3" name="자유형: 도형 2142">
              <a:extLst>
                <a:ext uri="{FF2B5EF4-FFF2-40B4-BE49-F238E27FC236}">
                  <a16:creationId xmlns:a16="http://schemas.microsoft.com/office/drawing/2014/main" id="{F11DF09D-C74B-407D-377D-8BAC8E078AEA}"/>
                </a:ext>
              </a:extLst>
            </p:cNvPr>
            <p:cNvSpPr/>
            <p:nvPr/>
          </p:nvSpPr>
          <p:spPr>
            <a:xfrm flipH="1">
              <a:off x="7790897" y="3593519"/>
              <a:ext cx="115686" cy="1776081"/>
            </a:xfrm>
            <a:custGeom>
              <a:avLst/>
              <a:gdLst>
                <a:gd name="csX0" fmla="*/ 0 w 0"/>
                <a:gd name="csY0" fmla="*/ 0 h 244928"/>
                <a:gd name="csX1" fmla="*/ 0 w 0"/>
                <a:gd name="csY1" fmla="*/ 244928 h 244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44928">
                  <a:moveTo>
                    <a:pt x="0" y="0"/>
                  </a:moveTo>
                  <a:lnTo>
                    <a:pt x="0" y="24492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4" name="자유형: 도형 2143">
              <a:extLst>
                <a:ext uri="{FF2B5EF4-FFF2-40B4-BE49-F238E27FC236}">
                  <a16:creationId xmlns:a16="http://schemas.microsoft.com/office/drawing/2014/main" id="{B2667AB4-DE7F-FC0D-25C2-AED047B428C8}"/>
                </a:ext>
              </a:extLst>
            </p:cNvPr>
            <p:cNvSpPr/>
            <p:nvPr/>
          </p:nvSpPr>
          <p:spPr>
            <a:xfrm rot="16200000" flipH="1">
              <a:off x="3741957" y="2988292"/>
              <a:ext cx="115686" cy="396786"/>
            </a:xfrm>
            <a:custGeom>
              <a:avLst/>
              <a:gdLst>
                <a:gd name="csX0" fmla="*/ 0 w 0"/>
                <a:gd name="csY0" fmla="*/ 0 h 244928"/>
                <a:gd name="csX1" fmla="*/ 0 w 0"/>
                <a:gd name="csY1" fmla="*/ 244928 h 244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44928">
                  <a:moveTo>
                    <a:pt x="0" y="0"/>
                  </a:moveTo>
                  <a:lnTo>
                    <a:pt x="0" y="24492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6" name="자유형: 도형 2145">
              <a:extLst>
                <a:ext uri="{FF2B5EF4-FFF2-40B4-BE49-F238E27FC236}">
                  <a16:creationId xmlns:a16="http://schemas.microsoft.com/office/drawing/2014/main" id="{59B81C0F-37D7-7426-6FAB-31F2F58CE845}"/>
                </a:ext>
              </a:extLst>
            </p:cNvPr>
            <p:cNvSpPr/>
            <p:nvPr/>
          </p:nvSpPr>
          <p:spPr>
            <a:xfrm rot="16200000" flipH="1">
              <a:off x="6199008" y="2987969"/>
              <a:ext cx="115686" cy="396786"/>
            </a:xfrm>
            <a:custGeom>
              <a:avLst/>
              <a:gdLst>
                <a:gd name="csX0" fmla="*/ 0 w 0"/>
                <a:gd name="csY0" fmla="*/ 0 h 244928"/>
                <a:gd name="csX1" fmla="*/ 0 w 0"/>
                <a:gd name="csY1" fmla="*/ 244928 h 244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44928">
                  <a:moveTo>
                    <a:pt x="0" y="0"/>
                  </a:moveTo>
                  <a:lnTo>
                    <a:pt x="0" y="24492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0" name="자유형: 도형 2149">
              <a:extLst>
                <a:ext uri="{FF2B5EF4-FFF2-40B4-BE49-F238E27FC236}">
                  <a16:creationId xmlns:a16="http://schemas.microsoft.com/office/drawing/2014/main" id="{C5096C7C-4DEC-FE8A-2035-08BB17F7F874}"/>
                </a:ext>
              </a:extLst>
            </p:cNvPr>
            <p:cNvSpPr/>
            <p:nvPr/>
          </p:nvSpPr>
          <p:spPr>
            <a:xfrm flipH="1">
              <a:off x="2865372" y="5044676"/>
              <a:ext cx="115686" cy="324924"/>
            </a:xfrm>
            <a:custGeom>
              <a:avLst/>
              <a:gdLst>
                <a:gd name="csX0" fmla="*/ 0 w 0"/>
                <a:gd name="csY0" fmla="*/ 0 h 244928"/>
                <a:gd name="csX1" fmla="*/ 0 w 0"/>
                <a:gd name="csY1" fmla="*/ 244928 h 244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44928">
                  <a:moveTo>
                    <a:pt x="0" y="0"/>
                  </a:moveTo>
                  <a:lnTo>
                    <a:pt x="0" y="24492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1" name="자유형: 도형 2150">
              <a:extLst>
                <a:ext uri="{FF2B5EF4-FFF2-40B4-BE49-F238E27FC236}">
                  <a16:creationId xmlns:a16="http://schemas.microsoft.com/office/drawing/2014/main" id="{E8B219AA-7671-6CE3-8FBF-E8E7CBC6791F}"/>
                </a:ext>
              </a:extLst>
            </p:cNvPr>
            <p:cNvSpPr/>
            <p:nvPr/>
          </p:nvSpPr>
          <p:spPr>
            <a:xfrm rot="16200000" flipH="1">
              <a:off x="3741957" y="5694459"/>
              <a:ext cx="115686" cy="396786"/>
            </a:xfrm>
            <a:custGeom>
              <a:avLst/>
              <a:gdLst>
                <a:gd name="csX0" fmla="*/ 0 w 0"/>
                <a:gd name="csY0" fmla="*/ 0 h 244928"/>
                <a:gd name="csX1" fmla="*/ 0 w 0"/>
                <a:gd name="csY1" fmla="*/ 244928 h 244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44928">
                  <a:moveTo>
                    <a:pt x="0" y="0"/>
                  </a:moveTo>
                  <a:lnTo>
                    <a:pt x="0" y="24492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2" name="자유형: 도형 2151">
              <a:extLst>
                <a:ext uri="{FF2B5EF4-FFF2-40B4-BE49-F238E27FC236}">
                  <a16:creationId xmlns:a16="http://schemas.microsoft.com/office/drawing/2014/main" id="{8612B79B-140C-968F-18E1-E7E09BC6B4E5}"/>
                </a:ext>
              </a:extLst>
            </p:cNvPr>
            <p:cNvSpPr/>
            <p:nvPr/>
          </p:nvSpPr>
          <p:spPr>
            <a:xfrm rot="16200000" flipH="1">
              <a:off x="6199007" y="5694459"/>
              <a:ext cx="115686" cy="396786"/>
            </a:xfrm>
            <a:custGeom>
              <a:avLst/>
              <a:gdLst>
                <a:gd name="csX0" fmla="*/ 0 w 0"/>
                <a:gd name="csY0" fmla="*/ 0 h 244928"/>
                <a:gd name="csX1" fmla="*/ 0 w 0"/>
                <a:gd name="csY1" fmla="*/ 244928 h 244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44928">
                  <a:moveTo>
                    <a:pt x="0" y="0"/>
                  </a:moveTo>
                  <a:lnTo>
                    <a:pt x="0" y="24492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6" name="자유형: 도형 2155">
              <a:extLst>
                <a:ext uri="{FF2B5EF4-FFF2-40B4-BE49-F238E27FC236}">
                  <a16:creationId xmlns:a16="http://schemas.microsoft.com/office/drawing/2014/main" id="{33D9A096-C441-6369-5A65-703BF5D33009}"/>
                </a:ext>
              </a:extLst>
            </p:cNvPr>
            <p:cNvSpPr/>
            <p:nvPr/>
          </p:nvSpPr>
          <p:spPr>
            <a:xfrm>
              <a:off x="5339267" y="3593520"/>
              <a:ext cx="751728" cy="523022"/>
            </a:xfrm>
            <a:custGeom>
              <a:avLst/>
              <a:gdLst>
                <a:gd name="csX0" fmla="*/ 0 w 705395"/>
                <a:gd name="csY0" fmla="*/ 0 h 518160"/>
                <a:gd name="csX1" fmla="*/ 0 w 705395"/>
                <a:gd name="csY1" fmla="*/ 239486 h 518160"/>
                <a:gd name="csX2" fmla="*/ 705395 w 705395"/>
                <a:gd name="csY2" fmla="*/ 239486 h 518160"/>
                <a:gd name="csX3" fmla="*/ 705395 w 705395"/>
                <a:gd name="csY3" fmla="*/ 518160 h 518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05395" h="518160">
                  <a:moveTo>
                    <a:pt x="0" y="0"/>
                  </a:moveTo>
                  <a:lnTo>
                    <a:pt x="0" y="239486"/>
                  </a:lnTo>
                  <a:lnTo>
                    <a:pt x="705395" y="239486"/>
                  </a:lnTo>
                  <a:lnTo>
                    <a:pt x="705395" y="51816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7" name="자유형: 도형 2156">
              <a:extLst>
                <a:ext uri="{FF2B5EF4-FFF2-40B4-BE49-F238E27FC236}">
                  <a16:creationId xmlns:a16="http://schemas.microsoft.com/office/drawing/2014/main" id="{DBA03033-9B32-8D12-4575-CE652E181C4C}"/>
                </a:ext>
              </a:extLst>
            </p:cNvPr>
            <p:cNvSpPr/>
            <p:nvPr/>
          </p:nvSpPr>
          <p:spPr>
            <a:xfrm flipH="1">
              <a:off x="6426475" y="3593520"/>
              <a:ext cx="751728" cy="523022"/>
            </a:xfrm>
            <a:custGeom>
              <a:avLst/>
              <a:gdLst>
                <a:gd name="csX0" fmla="*/ 0 w 705395"/>
                <a:gd name="csY0" fmla="*/ 0 h 518160"/>
                <a:gd name="csX1" fmla="*/ 0 w 705395"/>
                <a:gd name="csY1" fmla="*/ 239486 h 518160"/>
                <a:gd name="csX2" fmla="*/ 705395 w 705395"/>
                <a:gd name="csY2" fmla="*/ 239486 h 518160"/>
                <a:gd name="csX3" fmla="*/ 705395 w 705395"/>
                <a:gd name="csY3" fmla="*/ 518160 h 518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05395" h="518160">
                  <a:moveTo>
                    <a:pt x="0" y="0"/>
                  </a:moveTo>
                  <a:lnTo>
                    <a:pt x="0" y="239486"/>
                  </a:lnTo>
                  <a:lnTo>
                    <a:pt x="705395" y="239486"/>
                  </a:lnTo>
                  <a:lnTo>
                    <a:pt x="705395" y="51816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7" name="TextBox 2166">
              <a:extLst>
                <a:ext uri="{FF2B5EF4-FFF2-40B4-BE49-F238E27FC236}">
                  <a16:creationId xmlns:a16="http://schemas.microsoft.com/office/drawing/2014/main" id="{34B52054-30D0-45A5-B3FA-BFBBD6EA7FB1}"/>
                </a:ext>
              </a:extLst>
            </p:cNvPr>
            <p:cNvSpPr txBox="1"/>
            <p:nvPr/>
          </p:nvSpPr>
          <p:spPr>
            <a:xfrm>
              <a:off x="2986195" y="5182829"/>
              <a:ext cx="10695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Generic Constraints</a:t>
              </a:r>
              <a:endParaRPr lang="ko-KR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8" name="TextBox 2167">
              <a:extLst>
                <a:ext uri="{FF2B5EF4-FFF2-40B4-BE49-F238E27FC236}">
                  <a16:creationId xmlns:a16="http://schemas.microsoft.com/office/drawing/2014/main" id="{9CF4230A-3F19-45EA-65DF-2083AED5CE6E}"/>
                </a:ext>
              </a:extLst>
            </p:cNvPr>
            <p:cNvSpPr txBox="1"/>
            <p:nvPr/>
          </p:nvSpPr>
          <p:spPr>
            <a:xfrm>
              <a:off x="1294613" y="4542338"/>
              <a:ext cx="6062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</a:p>
            <a:p>
              <a:pPr algn="ctr"/>
              <a:r>
                <a:rPr lang="en-US" altLang="ko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Variables</a:t>
              </a:r>
              <a:endParaRPr lang="ko-KR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0" name="TextBox 2169">
              <a:extLst>
                <a:ext uri="{FF2B5EF4-FFF2-40B4-BE49-F238E27FC236}">
                  <a16:creationId xmlns:a16="http://schemas.microsoft.com/office/drawing/2014/main" id="{F69EB7F2-79C2-95F4-6393-C3745890EDD1}"/>
                </a:ext>
              </a:extLst>
            </p:cNvPr>
            <p:cNvSpPr txBox="1"/>
            <p:nvPr/>
          </p:nvSpPr>
          <p:spPr>
            <a:xfrm>
              <a:off x="5375984" y="5182829"/>
              <a:ext cx="111921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Structural Properties</a:t>
              </a:r>
              <a:endParaRPr lang="ko-KR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1" name="TextBox 2170">
              <a:extLst>
                <a:ext uri="{FF2B5EF4-FFF2-40B4-BE49-F238E27FC236}">
                  <a16:creationId xmlns:a16="http://schemas.microsoft.com/office/drawing/2014/main" id="{4955299C-CCE1-7C0A-AAB0-33B38A76DA66}"/>
                </a:ext>
              </a:extLst>
            </p:cNvPr>
            <p:cNvSpPr txBox="1"/>
            <p:nvPr/>
          </p:nvSpPr>
          <p:spPr>
            <a:xfrm>
              <a:off x="7927994" y="4290977"/>
              <a:ext cx="5036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</a:t>
              </a:r>
            </a:p>
            <a:p>
              <a:pPr algn="ctr"/>
              <a:r>
                <a:rPr lang="en-US" altLang="ko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Models</a:t>
              </a:r>
              <a:endParaRPr lang="ko-KR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4" name="TextBox 2173">
              <a:extLst>
                <a:ext uri="{FF2B5EF4-FFF2-40B4-BE49-F238E27FC236}">
                  <a16:creationId xmlns:a16="http://schemas.microsoft.com/office/drawing/2014/main" id="{0129E507-B95A-DC41-42B1-A510CD68C122}"/>
                </a:ext>
              </a:extLst>
            </p:cNvPr>
            <p:cNvSpPr txBox="1"/>
            <p:nvPr/>
          </p:nvSpPr>
          <p:spPr>
            <a:xfrm>
              <a:off x="4030372" y="6308950"/>
              <a:ext cx="8467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Candidate</a:t>
              </a:r>
            </a:p>
            <a:p>
              <a:pPr algn="ctr"/>
              <a:r>
                <a:rPr lang="en-US" altLang="ko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Configurations</a:t>
              </a:r>
              <a:endParaRPr lang="ko-KR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5" name="TextBox 2174">
              <a:extLst>
                <a:ext uri="{FF2B5EF4-FFF2-40B4-BE49-F238E27FC236}">
                  <a16:creationId xmlns:a16="http://schemas.microsoft.com/office/drawing/2014/main" id="{F80CEF85-5C57-CE0E-C789-90777A9832C4}"/>
                </a:ext>
              </a:extLst>
            </p:cNvPr>
            <p:cNvSpPr txBox="1"/>
            <p:nvPr/>
          </p:nvSpPr>
          <p:spPr>
            <a:xfrm>
              <a:off x="6591141" y="3837716"/>
              <a:ext cx="82907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 Structure</a:t>
              </a:r>
              <a:endParaRPr lang="ko-KR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6" name="TextBox 2175">
              <a:extLst>
                <a:ext uri="{FF2B5EF4-FFF2-40B4-BE49-F238E27FC236}">
                  <a16:creationId xmlns:a16="http://schemas.microsoft.com/office/drawing/2014/main" id="{20F11B8B-24EC-87AC-F807-7EB799E3DCD0}"/>
                </a:ext>
              </a:extLst>
            </p:cNvPr>
            <p:cNvSpPr txBox="1"/>
            <p:nvPr/>
          </p:nvSpPr>
          <p:spPr>
            <a:xfrm>
              <a:off x="4491282" y="3837716"/>
              <a:ext cx="14366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Movement Expressions</a:t>
              </a:r>
              <a:endParaRPr lang="ko-KR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9" name="자유형: 도형 2178">
              <a:extLst>
                <a:ext uri="{FF2B5EF4-FFF2-40B4-BE49-F238E27FC236}">
                  <a16:creationId xmlns:a16="http://schemas.microsoft.com/office/drawing/2014/main" id="{6F46FFB0-50C5-CDE8-E338-2215838169F1}"/>
                </a:ext>
              </a:extLst>
            </p:cNvPr>
            <p:cNvSpPr/>
            <p:nvPr/>
          </p:nvSpPr>
          <p:spPr>
            <a:xfrm>
              <a:off x="3800872" y="5877272"/>
              <a:ext cx="254848" cy="595829"/>
            </a:xfrm>
            <a:custGeom>
              <a:avLst/>
              <a:gdLst>
                <a:gd name="csX0" fmla="*/ 0 w 242422"/>
                <a:gd name="csY0" fmla="*/ 0 h 561399"/>
                <a:gd name="csX1" fmla="*/ 0 w 242422"/>
                <a:gd name="csY1" fmla="*/ 561399 h 561399"/>
                <a:gd name="csX2" fmla="*/ 242422 w 242422"/>
                <a:gd name="csY2" fmla="*/ 561399 h 5613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42422" h="561399">
                  <a:moveTo>
                    <a:pt x="0" y="0"/>
                  </a:moveTo>
                  <a:lnTo>
                    <a:pt x="0" y="561399"/>
                  </a:lnTo>
                  <a:lnTo>
                    <a:pt x="242422" y="56139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prstDash val="sysDot"/>
              <a:headEnd type="arrow" w="sm" len="sm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83" name="TextBox 2182">
              <a:extLst>
                <a:ext uri="{FF2B5EF4-FFF2-40B4-BE49-F238E27FC236}">
                  <a16:creationId xmlns:a16="http://schemas.microsoft.com/office/drawing/2014/main" id="{33FA8ACB-6D6C-6B07-1E75-A8E528375F19}"/>
                </a:ext>
              </a:extLst>
            </p:cNvPr>
            <p:cNvSpPr txBox="1"/>
            <p:nvPr/>
          </p:nvSpPr>
          <p:spPr>
            <a:xfrm>
              <a:off x="6519286" y="6308950"/>
              <a:ext cx="6815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Pruned</a:t>
              </a:r>
            </a:p>
            <a:p>
              <a:pPr algn="ctr"/>
              <a:r>
                <a:rPr lang="en-US" altLang="ko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Candidates</a:t>
              </a:r>
              <a:endParaRPr lang="ko-KR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84" name="자유형: 도형 2183">
              <a:extLst>
                <a:ext uri="{FF2B5EF4-FFF2-40B4-BE49-F238E27FC236}">
                  <a16:creationId xmlns:a16="http://schemas.microsoft.com/office/drawing/2014/main" id="{E02877A8-60CC-AEB6-C2B2-93019B53EA65}"/>
                </a:ext>
              </a:extLst>
            </p:cNvPr>
            <p:cNvSpPr/>
            <p:nvPr/>
          </p:nvSpPr>
          <p:spPr>
            <a:xfrm>
              <a:off x="6259450" y="5877272"/>
              <a:ext cx="254848" cy="595829"/>
            </a:xfrm>
            <a:custGeom>
              <a:avLst/>
              <a:gdLst>
                <a:gd name="csX0" fmla="*/ 0 w 242422"/>
                <a:gd name="csY0" fmla="*/ 0 h 561399"/>
                <a:gd name="csX1" fmla="*/ 0 w 242422"/>
                <a:gd name="csY1" fmla="*/ 561399 h 561399"/>
                <a:gd name="csX2" fmla="*/ 242422 w 242422"/>
                <a:gd name="csY2" fmla="*/ 561399 h 5613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42422" h="561399">
                  <a:moveTo>
                    <a:pt x="0" y="0"/>
                  </a:moveTo>
                  <a:lnTo>
                    <a:pt x="0" y="561399"/>
                  </a:lnTo>
                  <a:lnTo>
                    <a:pt x="242422" y="56139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prstDash val="sysDot"/>
              <a:headEnd type="arrow" w="sm" len="sm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49" name="자유형: 도형 2148">
              <a:extLst>
                <a:ext uri="{FF2B5EF4-FFF2-40B4-BE49-F238E27FC236}">
                  <a16:creationId xmlns:a16="http://schemas.microsoft.com/office/drawing/2014/main" id="{17AB8538-5928-4F2F-B14C-843A590D17A1}"/>
                </a:ext>
              </a:extLst>
            </p:cNvPr>
            <p:cNvSpPr/>
            <p:nvPr/>
          </p:nvSpPr>
          <p:spPr>
            <a:xfrm rot="16200000" flipH="1">
              <a:off x="1154721" y="3219389"/>
              <a:ext cx="115686" cy="657157"/>
            </a:xfrm>
            <a:custGeom>
              <a:avLst/>
              <a:gdLst>
                <a:gd name="csX0" fmla="*/ 0 w 0"/>
                <a:gd name="csY0" fmla="*/ 0 h 244928"/>
                <a:gd name="csX1" fmla="*/ 0 w 0"/>
                <a:gd name="csY1" fmla="*/ 244928 h 244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44928">
                  <a:moveTo>
                    <a:pt x="0" y="0"/>
                  </a:moveTo>
                  <a:lnTo>
                    <a:pt x="0" y="24492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95" name="그룹 2194">
              <a:extLst>
                <a:ext uri="{FF2B5EF4-FFF2-40B4-BE49-F238E27FC236}">
                  <a16:creationId xmlns:a16="http://schemas.microsoft.com/office/drawing/2014/main" id="{E3EEB8BE-BF37-E42C-5D00-E09DDD7544C1}"/>
                </a:ext>
              </a:extLst>
            </p:cNvPr>
            <p:cNvGrpSpPr/>
            <p:nvPr/>
          </p:nvGrpSpPr>
          <p:grpSpPr>
            <a:xfrm>
              <a:off x="97911" y="5543024"/>
              <a:ext cx="901187" cy="901187"/>
              <a:chOff x="97911" y="3039530"/>
              <a:chExt cx="901187" cy="901187"/>
            </a:xfrm>
          </p:grpSpPr>
          <p:pic>
            <p:nvPicPr>
              <p:cNvPr id="2196" name="그림 2195">
                <a:extLst>
                  <a:ext uri="{FF2B5EF4-FFF2-40B4-BE49-F238E27FC236}">
                    <a16:creationId xmlns:a16="http://schemas.microsoft.com/office/drawing/2014/main" id="{2A286FDB-B5BA-1ACB-9F06-A8DFDF578E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911" y="3039530"/>
                <a:ext cx="901187" cy="901187"/>
              </a:xfrm>
              <a:prstGeom prst="rect">
                <a:avLst/>
              </a:prstGeom>
            </p:spPr>
          </p:pic>
          <p:sp>
            <p:nvSpPr>
              <p:cNvPr id="2197" name="TextBox 2196">
                <a:extLst>
                  <a:ext uri="{FF2B5EF4-FFF2-40B4-BE49-F238E27FC236}">
                    <a16:creationId xmlns:a16="http://schemas.microsoft.com/office/drawing/2014/main" id="{14287BA0-C39C-2950-24BF-7818EAA29DA0}"/>
                  </a:ext>
                </a:extLst>
              </p:cNvPr>
              <p:cNvSpPr txBox="1"/>
              <p:nvPr/>
            </p:nvSpPr>
            <p:spPr>
              <a:xfrm>
                <a:off x="233354" y="3259291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GEMM</a:t>
                </a:r>
              </a:p>
              <a:p>
                <a:pPr algn="ctr"/>
                <a:r>
                  <a:rPr lang="en-US" altLang="ko-KR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Workload</a:t>
                </a:r>
              </a:p>
              <a:p>
                <a:pPr algn="ctr"/>
                <a:r>
                  <a:rPr lang="en-US" altLang="ko-KR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(M, N, K)</a:t>
                </a:r>
                <a:endParaRPr lang="ko-KR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98" name="그룹 2197">
              <a:extLst>
                <a:ext uri="{FF2B5EF4-FFF2-40B4-BE49-F238E27FC236}">
                  <a16:creationId xmlns:a16="http://schemas.microsoft.com/office/drawing/2014/main" id="{034B96E3-2F81-894E-D06D-2AE44BE63315}"/>
                </a:ext>
              </a:extLst>
            </p:cNvPr>
            <p:cNvGrpSpPr/>
            <p:nvPr/>
          </p:nvGrpSpPr>
          <p:grpSpPr>
            <a:xfrm>
              <a:off x="97911" y="6611673"/>
              <a:ext cx="901187" cy="901187"/>
              <a:chOff x="97911" y="3039530"/>
              <a:chExt cx="901187" cy="901187"/>
            </a:xfrm>
          </p:grpSpPr>
          <p:pic>
            <p:nvPicPr>
              <p:cNvPr id="2199" name="그림 2198">
                <a:extLst>
                  <a:ext uri="{FF2B5EF4-FFF2-40B4-BE49-F238E27FC236}">
                    <a16:creationId xmlns:a16="http://schemas.microsoft.com/office/drawing/2014/main" id="{0E645409-86CD-DB6C-43F3-8F471D6885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911" y="3039530"/>
                <a:ext cx="901187" cy="901187"/>
              </a:xfrm>
              <a:prstGeom prst="rect">
                <a:avLst/>
              </a:prstGeom>
            </p:spPr>
          </p:pic>
          <p:sp>
            <p:nvSpPr>
              <p:cNvPr id="2200" name="TextBox 2199">
                <a:extLst>
                  <a:ext uri="{FF2B5EF4-FFF2-40B4-BE49-F238E27FC236}">
                    <a16:creationId xmlns:a16="http://schemas.microsoft.com/office/drawing/2014/main" id="{CC3B9D0B-F485-DD5A-749D-024E2A89B0F5}"/>
                  </a:ext>
                </a:extLst>
              </p:cNvPr>
              <p:cNvSpPr txBox="1"/>
              <p:nvPr/>
            </p:nvSpPr>
            <p:spPr>
              <a:xfrm>
                <a:off x="174043" y="3320846"/>
                <a:ext cx="748924" cy="33855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Hardware</a:t>
                </a:r>
              </a:p>
              <a:p>
                <a:pPr algn="ctr"/>
                <a:r>
                  <a:rPr lang="en-US" altLang="ko-KR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Specification</a:t>
                </a:r>
                <a:endParaRPr lang="ko-KR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01" name="그룹 2200">
              <a:extLst>
                <a:ext uri="{FF2B5EF4-FFF2-40B4-BE49-F238E27FC236}">
                  <a16:creationId xmlns:a16="http://schemas.microsoft.com/office/drawing/2014/main" id="{DCF69308-8C8C-0A65-666C-01C7BB2E6476}"/>
                </a:ext>
              </a:extLst>
            </p:cNvPr>
            <p:cNvGrpSpPr/>
            <p:nvPr/>
          </p:nvGrpSpPr>
          <p:grpSpPr>
            <a:xfrm>
              <a:off x="9061318" y="5539618"/>
              <a:ext cx="901187" cy="901187"/>
              <a:chOff x="97911" y="3039530"/>
              <a:chExt cx="901187" cy="901187"/>
            </a:xfrm>
          </p:grpSpPr>
          <p:pic>
            <p:nvPicPr>
              <p:cNvPr id="2202" name="그림 2201">
                <a:extLst>
                  <a:ext uri="{FF2B5EF4-FFF2-40B4-BE49-F238E27FC236}">
                    <a16:creationId xmlns:a16="http://schemas.microsoft.com/office/drawing/2014/main" id="{2754AF5C-73ED-1E7C-CF2D-410FF97C26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911" y="3039530"/>
                <a:ext cx="901187" cy="901187"/>
              </a:xfrm>
              <a:prstGeom prst="rect">
                <a:avLst/>
              </a:prstGeom>
            </p:spPr>
          </p:pic>
          <p:sp>
            <p:nvSpPr>
              <p:cNvPr id="2203" name="TextBox 2202">
                <a:extLst>
                  <a:ext uri="{FF2B5EF4-FFF2-40B4-BE49-F238E27FC236}">
                    <a16:creationId xmlns:a16="http://schemas.microsoft.com/office/drawing/2014/main" id="{618F6886-B6F2-99EE-34AB-396364318EF6}"/>
                  </a:ext>
                </a:extLst>
              </p:cNvPr>
              <p:cNvSpPr txBox="1"/>
              <p:nvPr/>
            </p:nvSpPr>
            <p:spPr>
              <a:xfrm>
                <a:off x="145190" y="3320846"/>
                <a:ext cx="806631" cy="33855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EDP-optimal</a:t>
                </a:r>
              </a:p>
              <a:p>
                <a:pPr algn="ctr"/>
                <a:r>
                  <a:rPr lang="en-US" altLang="ko-KR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Configuration</a:t>
                </a:r>
                <a:endParaRPr lang="ko-KR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64" name="자유형: 도형 2163">
              <a:extLst>
                <a:ext uri="{FF2B5EF4-FFF2-40B4-BE49-F238E27FC236}">
                  <a16:creationId xmlns:a16="http://schemas.microsoft.com/office/drawing/2014/main" id="{676E7071-AD27-52B7-E38F-964CC0850706}"/>
                </a:ext>
              </a:extLst>
            </p:cNvPr>
            <p:cNvSpPr/>
            <p:nvPr/>
          </p:nvSpPr>
          <p:spPr>
            <a:xfrm rot="16200000" flipH="1">
              <a:off x="8786586" y="5723352"/>
              <a:ext cx="115686" cy="657157"/>
            </a:xfrm>
            <a:custGeom>
              <a:avLst/>
              <a:gdLst>
                <a:gd name="csX0" fmla="*/ 0 w 0"/>
                <a:gd name="csY0" fmla="*/ 0 h 244928"/>
                <a:gd name="csX1" fmla="*/ 0 w 0"/>
                <a:gd name="csY1" fmla="*/ 244928 h 244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44928">
                  <a:moveTo>
                    <a:pt x="0" y="0"/>
                  </a:moveTo>
                  <a:lnTo>
                    <a:pt x="0" y="24492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8" name="자유형: 도형 2157">
              <a:extLst>
                <a:ext uri="{FF2B5EF4-FFF2-40B4-BE49-F238E27FC236}">
                  <a16:creationId xmlns:a16="http://schemas.microsoft.com/office/drawing/2014/main" id="{37806A60-0EBB-C7CB-5B1A-75C9CCA59BB0}"/>
                </a:ext>
              </a:extLst>
            </p:cNvPr>
            <p:cNvSpPr/>
            <p:nvPr/>
          </p:nvSpPr>
          <p:spPr>
            <a:xfrm rot="16200000" flipH="1">
              <a:off x="1154721" y="5723352"/>
              <a:ext cx="115686" cy="657157"/>
            </a:xfrm>
            <a:custGeom>
              <a:avLst/>
              <a:gdLst>
                <a:gd name="csX0" fmla="*/ 0 w 0"/>
                <a:gd name="csY0" fmla="*/ 0 h 244928"/>
                <a:gd name="csX1" fmla="*/ 0 w 0"/>
                <a:gd name="csY1" fmla="*/ 244928 h 244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44928">
                  <a:moveTo>
                    <a:pt x="0" y="0"/>
                  </a:moveTo>
                  <a:lnTo>
                    <a:pt x="0" y="24492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5" name="자유형: 도형 2164">
              <a:extLst>
                <a:ext uri="{FF2B5EF4-FFF2-40B4-BE49-F238E27FC236}">
                  <a16:creationId xmlns:a16="http://schemas.microsoft.com/office/drawing/2014/main" id="{923FDEE2-8F17-89D5-48BB-05EC42C451E9}"/>
                </a:ext>
              </a:extLst>
            </p:cNvPr>
            <p:cNvSpPr/>
            <p:nvPr/>
          </p:nvSpPr>
          <p:spPr>
            <a:xfrm>
              <a:off x="879212" y="6154057"/>
              <a:ext cx="660401" cy="902380"/>
            </a:xfrm>
            <a:custGeom>
              <a:avLst/>
              <a:gdLst>
                <a:gd name="csX0" fmla="*/ 0 w 647700"/>
                <a:gd name="csY0" fmla="*/ 901700 h 901700"/>
                <a:gd name="csX1" fmla="*/ 219529 w 647700"/>
                <a:gd name="csY1" fmla="*/ 901700 h 901700"/>
                <a:gd name="csX2" fmla="*/ 219529 w 647700"/>
                <a:gd name="csY2" fmla="*/ 0 h 901700"/>
                <a:gd name="csX3" fmla="*/ 647700 w 647700"/>
                <a:gd name="csY3" fmla="*/ 0 h 901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47700" h="901700">
                  <a:moveTo>
                    <a:pt x="0" y="901700"/>
                  </a:moveTo>
                  <a:lnTo>
                    <a:pt x="219529" y="901700"/>
                  </a:lnTo>
                  <a:lnTo>
                    <a:pt x="219529" y="0"/>
                  </a:ln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7D656E41-3DC3-F908-0818-AEFE7411DE94}"/>
                </a:ext>
              </a:extLst>
            </p:cNvPr>
            <p:cNvSpPr/>
            <p:nvPr/>
          </p:nvSpPr>
          <p:spPr>
            <a:xfrm rot="16200000" flipH="1">
              <a:off x="5643197" y="4755950"/>
              <a:ext cx="324927" cy="902380"/>
            </a:xfrm>
            <a:custGeom>
              <a:avLst/>
              <a:gdLst>
                <a:gd name="csX0" fmla="*/ 0 w 647700"/>
                <a:gd name="csY0" fmla="*/ 901700 h 901700"/>
                <a:gd name="csX1" fmla="*/ 219529 w 647700"/>
                <a:gd name="csY1" fmla="*/ 901700 h 901700"/>
                <a:gd name="csX2" fmla="*/ 219529 w 647700"/>
                <a:gd name="csY2" fmla="*/ 0 h 901700"/>
                <a:gd name="csX3" fmla="*/ 647700 w 647700"/>
                <a:gd name="csY3" fmla="*/ 0 h 901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47700" h="901700">
                  <a:moveTo>
                    <a:pt x="0" y="901700"/>
                  </a:moveTo>
                  <a:lnTo>
                    <a:pt x="219529" y="901700"/>
                  </a:lnTo>
                  <a:lnTo>
                    <a:pt x="219529" y="0"/>
                  </a:ln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9639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556D1-141A-AD77-ACC1-8F993F28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4E8DA-866A-8739-74E2-D8F2E1DF1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dirty="0">
                <a:latin typeface="+mj-lt"/>
                <a:ea typeface="나눔스퀘어" panose="020B0600000101010101" pitchFamily="50" charset="-127"/>
              </a:rPr>
              <a:t>Fig 3. Spatial Partitioning</a:t>
            </a:r>
            <a:endParaRPr lang="ko-KR" altLang="en-US" sz="3200" b="1" dirty="0">
              <a:latin typeface="+mj-lt"/>
              <a:ea typeface="나눔스퀘어" panose="020B0600000101010101" pitchFamily="50" charset="-127"/>
            </a:endParaRPr>
          </a:p>
        </p:txBody>
      </p:sp>
      <p:grpSp>
        <p:nvGrpSpPr>
          <p:cNvPr id="883" name="그룹 882">
            <a:extLst>
              <a:ext uri="{FF2B5EF4-FFF2-40B4-BE49-F238E27FC236}">
                <a16:creationId xmlns:a16="http://schemas.microsoft.com/office/drawing/2014/main" id="{4B9A051E-BDF4-AA21-2631-325F1E801F55}"/>
              </a:ext>
            </a:extLst>
          </p:cNvPr>
          <p:cNvGrpSpPr/>
          <p:nvPr/>
        </p:nvGrpSpPr>
        <p:grpSpPr>
          <a:xfrm>
            <a:off x="-159568" y="1125538"/>
            <a:ext cx="10225136" cy="8222898"/>
            <a:chOff x="-159568" y="892454"/>
            <a:chExt cx="10225136" cy="8222898"/>
          </a:xfrm>
        </p:grpSpPr>
        <p:sp>
          <p:nvSpPr>
            <p:cNvPr id="819" name="직사각형 818">
              <a:extLst>
                <a:ext uri="{FF2B5EF4-FFF2-40B4-BE49-F238E27FC236}">
                  <a16:creationId xmlns:a16="http://schemas.microsoft.com/office/drawing/2014/main" id="{72D365CF-3D6B-9A4B-DB01-6FA01B544649}"/>
                </a:ext>
              </a:extLst>
            </p:cNvPr>
            <p:cNvSpPr/>
            <p:nvPr/>
          </p:nvSpPr>
          <p:spPr>
            <a:xfrm>
              <a:off x="-159568" y="892454"/>
              <a:ext cx="10225136" cy="8222898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15" name="그룹 814">
              <a:extLst>
                <a:ext uri="{FF2B5EF4-FFF2-40B4-BE49-F238E27FC236}">
                  <a16:creationId xmlns:a16="http://schemas.microsoft.com/office/drawing/2014/main" id="{85516090-90D0-CA31-47F9-57DC0676232F}"/>
                </a:ext>
              </a:extLst>
            </p:cNvPr>
            <p:cNvGrpSpPr/>
            <p:nvPr/>
          </p:nvGrpSpPr>
          <p:grpSpPr>
            <a:xfrm>
              <a:off x="-110737" y="900587"/>
              <a:ext cx="9757483" cy="2814443"/>
              <a:chOff x="269616" y="908720"/>
              <a:chExt cx="9757483" cy="2814443"/>
            </a:xfrm>
          </p:grpSpPr>
          <p:grpSp>
            <p:nvGrpSpPr>
              <p:cNvPr id="812" name="그룹 811">
                <a:extLst>
                  <a:ext uri="{FF2B5EF4-FFF2-40B4-BE49-F238E27FC236}">
                    <a16:creationId xmlns:a16="http://schemas.microsoft.com/office/drawing/2014/main" id="{EE1E6AC8-D1F2-8F94-BAB0-D42933638B40}"/>
                  </a:ext>
                </a:extLst>
              </p:cNvPr>
              <p:cNvGrpSpPr/>
              <p:nvPr/>
            </p:nvGrpSpPr>
            <p:grpSpPr>
              <a:xfrm>
                <a:off x="269616" y="908720"/>
                <a:ext cx="9757483" cy="2485678"/>
                <a:chOff x="269616" y="908720"/>
                <a:chExt cx="9757483" cy="2485678"/>
              </a:xfrm>
            </p:grpSpPr>
            <p:grpSp>
              <p:nvGrpSpPr>
                <p:cNvPr id="809" name="그룹 808">
                  <a:extLst>
                    <a:ext uri="{FF2B5EF4-FFF2-40B4-BE49-F238E27FC236}">
                      <a16:creationId xmlns:a16="http://schemas.microsoft.com/office/drawing/2014/main" id="{F7EF1A5C-0543-8508-9D65-2710B67ADFA8}"/>
                    </a:ext>
                  </a:extLst>
                </p:cNvPr>
                <p:cNvGrpSpPr/>
                <p:nvPr/>
              </p:nvGrpSpPr>
              <p:grpSpPr>
                <a:xfrm>
                  <a:off x="269616" y="1215361"/>
                  <a:ext cx="6320911" cy="2179037"/>
                  <a:chOff x="253450" y="1215361"/>
                  <a:chExt cx="6320911" cy="2179037"/>
                </a:xfrm>
              </p:grpSpPr>
              <p:sp>
                <p:nvSpPr>
                  <p:cNvPr id="102" name="직사각형 101">
                    <a:extLst>
                      <a:ext uri="{FF2B5EF4-FFF2-40B4-BE49-F238E27FC236}">
                        <a16:creationId xmlns:a16="http://schemas.microsoft.com/office/drawing/2014/main" id="{A7B7825D-462A-3FF8-25A0-64BE7D0C179A}"/>
                      </a:ext>
                    </a:extLst>
                  </p:cNvPr>
                  <p:cNvSpPr/>
                  <p:nvPr/>
                </p:nvSpPr>
                <p:spPr>
                  <a:xfrm>
                    <a:off x="898797" y="3028704"/>
                    <a:ext cx="1563114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Matrix A (M, K)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3" name="직사각형 52">
                    <a:extLst>
                      <a:ext uri="{FF2B5EF4-FFF2-40B4-BE49-F238E27FC236}">
                        <a16:creationId xmlns:a16="http://schemas.microsoft.com/office/drawing/2014/main" id="{5A0E670F-0C46-E007-C476-9AFE77501EDA}"/>
                      </a:ext>
                    </a:extLst>
                  </p:cNvPr>
                  <p:cNvSpPr/>
                  <p:nvPr/>
                </p:nvSpPr>
                <p:spPr>
                  <a:xfrm>
                    <a:off x="898797" y="1423618"/>
                    <a:ext cx="1563114" cy="1563114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766" name="그룹 765">
                    <a:extLst>
                      <a:ext uri="{FF2B5EF4-FFF2-40B4-BE49-F238E27FC236}">
                        <a16:creationId xmlns:a16="http://schemas.microsoft.com/office/drawing/2014/main" id="{FBFE932F-6D87-B04A-4F39-779A702A9578}"/>
                      </a:ext>
                    </a:extLst>
                  </p:cNvPr>
                  <p:cNvGrpSpPr/>
                  <p:nvPr/>
                </p:nvGrpSpPr>
                <p:grpSpPr>
                  <a:xfrm>
                    <a:off x="944702" y="1465589"/>
                    <a:ext cx="1471305" cy="1484017"/>
                    <a:chOff x="746789" y="1361829"/>
                    <a:chExt cx="1471305" cy="1484017"/>
                  </a:xfrm>
                </p:grpSpPr>
                <p:sp>
                  <p:nvSpPr>
                    <p:cNvPr id="156" name="직사각형 155">
                      <a:extLst>
                        <a:ext uri="{FF2B5EF4-FFF2-40B4-BE49-F238E27FC236}">
                          <a16:creationId xmlns:a16="http://schemas.microsoft.com/office/drawing/2014/main" id="{00091315-096B-AE84-4653-54AF671A90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789" y="1361829"/>
                      <a:ext cx="1471305" cy="337922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57" name="직사각형 156">
                      <a:extLst>
                        <a:ext uri="{FF2B5EF4-FFF2-40B4-BE49-F238E27FC236}">
                          <a16:creationId xmlns:a16="http://schemas.microsoft.com/office/drawing/2014/main" id="{F9CB8DF5-B0F6-B571-8191-6BAEFDAC23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789" y="1743860"/>
                      <a:ext cx="1471305" cy="337922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60" name="직사각형 159">
                      <a:extLst>
                        <a:ext uri="{FF2B5EF4-FFF2-40B4-BE49-F238E27FC236}">
                          <a16:creationId xmlns:a16="http://schemas.microsoft.com/office/drawing/2014/main" id="{4455A8C0-8874-02B8-63E1-6F8E51ECD2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789" y="2125892"/>
                      <a:ext cx="1471305" cy="337922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73" name="직사각형 172">
                      <a:extLst>
                        <a:ext uri="{FF2B5EF4-FFF2-40B4-BE49-F238E27FC236}">
                          <a16:creationId xmlns:a16="http://schemas.microsoft.com/office/drawing/2014/main" id="{6930A31A-1D7E-AECB-72A1-C140C6EEFF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789" y="2507924"/>
                      <a:ext cx="1471305" cy="337922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A3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74" name="자유형: 도형 173">
                    <a:extLst>
                      <a:ext uri="{FF2B5EF4-FFF2-40B4-BE49-F238E27FC236}">
                        <a16:creationId xmlns:a16="http://schemas.microsoft.com/office/drawing/2014/main" id="{A89E5259-0B0A-B46B-2B1A-20D502CA9F04}"/>
                      </a:ext>
                    </a:extLst>
                  </p:cNvPr>
                  <p:cNvSpPr/>
                  <p:nvPr/>
                </p:nvSpPr>
                <p:spPr>
                  <a:xfrm>
                    <a:off x="854391" y="1377183"/>
                    <a:ext cx="160174" cy="162446"/>
                  </a:xfrm>
                  <a:custGeom>
                    <a:avLst/>
                    <a:gdLst>
                      <a:gd name="csX0" fmla="*/ 0 w 191861"/>
                      <a:gd name="csY0" fmla="*/ 194582 h 194582"/>
                      <a:gd name="csX1" fmla="*/ 0 w 191861"/>
                      <a:gd name="csY1" fmla="*/ 0 h 194582"/>
                      <a:gd name="csX2" fmla="*/ 191861 w 191861"/>
                      <a:gd name="csY2" fmla="*/ 0 h 1945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91861" h="194582">
                        <a:moveTo>
                          <a:pt x="0" y="194582"/>
                        </a:moveTo>
                        <a:lnTo>
                          <a:pt x="0" y="0"/>
                        </a:lnTo>
                        <a:lnTo>
                          <a:pt x="191861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prstDash val="solid"/>
                    <a:headEnd type="arrow" w="sm" len="sm"/>
                    <a:tailEnd type="arrow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5" name="직사각형 174">
                    <a:extLst>
                      <a:ext uri="{FF2B5EF4-FFF2-40B4-BE49-F238E27FC236}">
                        <a16:creationId xmlns:a16="http://schemas.microsoft.com/office/drawing/2014/main" id="{7F264055-E173-47D2-3E5B-4C398F195AC6}"/>
                      </a:ext>
                    </a:extLst>
                  </p:cNvPr>
                  <p:cNvSpPr/>
                  <p:nvPr/>
                </p:nvSpPr>
                <p:spPr>
                  <a:xfrm>
                    <a:off x="666947" y="1391951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6" name="직사각형 175">
                    <a:extLst>
                      <a:ext uri="{FF2B5EF4-FFF2-40B4-BE49-F238E27FC236}">
                        <a16:creationId xmlns:a16="http://schemas.microsoft.com/office/drawing/2014/main" id="{CE9F5EE1-E1EB-56B0-1A72-3D1DE02E1C38}"/>
                      </a:ext>
                    </a:extLst>
                  </p:cNvPr>
                  <p:cNvSpPr/>
                  <p:nvPr/>
                </p:nvSpPr>
                <p:spPr>
                  <a:xfrm>
                    <a:off x="832696" y="1215361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K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D1D4F60E-3349-B1E2-866A-7DE6A62EF398}"/>
                      </a:ext>
                    </a:extLst>
                  </p:cNvPr>
                  <p:cNvSpPr/>
                  <p:nvPr/>
                </p:nvSpPr>
                <p:spPr>
                  <a:xfrm>
                    <a:off x="2963338" y="3028704"/>
                    <a:ext cx="1563114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Matrix B (K, N)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7" name="직사각형 176">
                    <a:extLst>
                      <a:ext uri="{FF2B5EF4-FFF2-40B4-BE49-F238E27FC236}">
                        <a16:creationId xmlns:a16="http://schemas.microsoft.com/office/drawing/2014/main" id="{649624D4-B954-ED7E-AAD9-C56097FEC071}"/>
                      </a:ext>
                    </a:extLst>
                  </p:cNvPr>
                  <p:cNvSpPr/>
                  <p:nvPr/>
                </p:nvSpPr>
                <p:spPr>
                  <a:xfrm>
                    <a:off x="2955022" y="1423618"/>
                    <a:ext cx="1563114" cy="1563114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9" name="직사각형 178">
                    <a:extLst>
                      <a:ext uri="{FF2B5EF4-FFF2-40B4-BE49-F238E27FC236}">
                        <a16:creationId xmlns:a16="http://schemas.microsoft.com/office/drawing/2014/main" id="{B04AF33D-8701-E4B6-7522-619C15307209}"/>
                      </a:ext>
                    </a:extLst>
                  </p:cNvPr>
                  <p:cNvSpPr/>
                  <p:nvPr/>
                </p:nvSpPr>
                <p:spPr>
                  <a:xfrm>
                    <a:off x="3000927" y="1465589"/>
                    <a:ext cx="1471305" cy="1484018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5400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B0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0" name="자유형: 도형 179">
                    <a:extLst>
                      <a:ext uri="{FF2B5EF4-FFF2-40B4-BE49-F238E27FC236}">
                        <a16:creationId xmlns:a16="http://schemas.microsoft.com/office/drawing/2014/main" id="{CA90A69C-740E-5767-D2E7-CC4711F16438}"/>
                      </a:ext>
                    </a:extLst>
                  </p:cNvPr>
                  <p:cNvSpPr/>
                  <p:nvPr/>
                </p:nvSpPr>
                <p:spPr>
                  <a:xfrm>
                    <a:off x="2910264" y="1377183"/>
                    <a:ext cx="160174" cy="162446"/>
                  </a:xfrm>
                  <a:custGeom>
                    <a:avLst/>
                    <a:gdLst>
                      <a:gd name="csX0" fmla="*/ 0 w 191861"/>
                      <a:gd name="csY0" fmla="*/ 194582 h 194582"/>
                      <a:gd name="csX1" fmla="*/ 0 w 191861"/>
                      <a:gd name="csY1" fmla="*/ 0 h 194582"/>
                      <a:gd name="csX2" fmla="*/ 191861 w 191861"/>
                      <a:gd name="csY2" fmla="*/ 0 h 1945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91861" h="194582">
                        <a:moveTo>
                          <a:pt x="0" y="194582"/>
                        </a:moveTo>
                        <a:lnTo>
                          <a:pt x="0" y="0"/>
                        </a:lnTo>
                        <a:lnTo>
                          <a:pt x="191861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prstDash val="solid"/>
                    <a:headEnd type="arrow" w="sm" len="sm"/>
                    <a:tailEnd type="arrow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1" name="직사각형 180">
                    <a:extLst>
                      <a:ext uri="{FF2B5EF4-FFF2-40B4-BE49-F238E27FC236}">
                        <a16:creationId xmlns:a16="http://schemas.microsoft.com/office/drawing/2014/main" id="{48AF07B1-993F-82FA-316D-DD2405867C76}"/>
                      </a:ext>
                    </a:extLst>
                  </p:cNvPr>
                  <p:cNvSpPr/>
                  <p:nvPr/>
                </p:nvSpPr>
                <p:spPr>
                  <a:xfrm>
                    <a:off x="2722820" y="1391951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K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2" name="직사각형 181">
                    <a:extLst>
                      <a:ext uri="{FF2B5EF4-FFF2-40B4-BE49-F238E27FC236}">
                        <a16:creationId xmlns:a16="http://schemas.microsoft.com/office/drawing/2014/main" id="{F65F9051-70C6-81E6-78E6-4B5EE3D04175}"/>
                      </a:ext>
                    </a:extLst>
                  </p:cNvPr>
                  <p:cNvSpPr/>
                  <p:nvPr/>
                </p:nvSpPr>
                <p:spPr>
                  <a:xfrm>
                    <a:off x="2888569" y="1215361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N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4" name="직사각형 183">
                    <a:extLst>
                      <a:ext uri="{FF2B5EF4-FFF2-40B4-BE49-F238E27FC236}">
                        <a16:creationId xmlns:a16="http://schemas.microsoft.com/office/drawing/2014/main" id="{8DE38B6B-501E-BF32-6F93-151FBD3CA941}"/>
                      </a:ext>
                    </a:extLst>
                  </p:cNvPr>
                  <p:cNvSpPr/>
                  <p:nvPr/>
                </p:nvSpPr>
                <p:spPr>
                  <a:xfrm>
                    <a:off x="5011247" y="3030883"/>
                    <a:ext cx="1563114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Matrix C (M, N)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3" name="직사각형 182">
                    <a:extLst>
                      <a:ext uri="{FF2B5EF4-FFF2-40B4-BE49-F238E27FC236}">
                        <a16:creationId xmlns:a16="http://schemas.microsoft.com/office/drawing/2014/main" id="{8F208BD0-FEE0-603E-72A9-D7280011A7DE}"/>
                      </a:ext>
                    </a:extLst>
                  </p:cNvPr>
                  <p:cNvSpPr/>
                  <p:nvPr/>
                </p:nvSpPr>
                <p:spPr>
                  <a:xfrm>
                    <a:off x="5011247" y="1425797"/>
                    <a:ext cx="1563114" cy="1563114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5" name="직사각형 184">
                    <a:extLst>
                      <a:ext uri="{FF2B5EF4-FFF2-40B4-BE49-F238E27FC236}">
                        <a16:creationId xmlns:a16="http://schemas.microsoft.com/office/drawing/2014/main" id="{F5F71EEC-CB6E-9BE5-251E-A0E2B3804927}"/>
                      </a:ext>
                    </a:extLst>
                  </p:cNvPr>
                  <p:cNvSpPr/>
                  <p:nvPr/>
                </p:nvSpPr>
                <p:spPr>
                  <a:xfrm>
                    <a:off x="5057152" y="1467768"/>
                    <a:ext cx="1471305" cy="337922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C0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6" name="직사각형 185">
                    <a:extLst>
                      <a:ext uri="{FF2B5EF4-FFF2-40B4-BE49-F238E27FC236}">
                        <a16:creationId xmlns:a16="http://schemas.microsoft.com/office/drawing/2014/main" id="{A873DAA0-C051-7563-6552-4A19A3036397}"/>
                      </a:ext>
                    </a:extLst>
                  </p:cNvPr>
                  <p:cNvSpPr/>
                  <p:nvPr/>
                </p:nvSpPr>
                <p:spPr>
                  <a:xfrm>
                    <a:off x="5057152" y="1849799"/>
                    <a:ext cx="1471305" cy="337922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C1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7" name="직사각형 186">
                    <a:extLst>
                      <a:ext uri="{FF2B5EF4-FFF2-40B4-BE49-F238E27FC236}">
                        <a16:creationId xmlns:a16="http://schemas.microsoft.com/office/drawing/2014/main" id="{2AA8BB6F-84B4-E824-9403-6D29C1C2AA44}"/>
                      </a:ext>
                    </a:extLst>
                  </p:cNvPr>
                  <p:cNvSpPr/>
                  <p:nvPr/>
                </p:nvSpPr>
                <p:spPr>
                  <a:xfrm>
                    <a:off x="5057152" y="2231831"/>
                    <a:ext cx="1471305" cy="337922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C2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8" name="직사각형 187">
                    <a:extLst>
                      <a:ext uri="{FF2B5EF4-FFF2-40B4-BE49-F238E27FC236}">
                        <a16:creationId xmlns:a16="http://schemas.microsoft.com/office/drawing/2014/main" id="{DD56A4B3-39AC-8529-3DFA-F69256B558EA}"/>
                      </a:ext>
                    </a:extLst>
                  </p:cNvPr>
                  <p:cNvSpPr/>
                  <p:nvPr/>
                </p:nvSpPr>
                <p:spPr>
                  <a:xfrm>
                    <a:off x="5057152" y="2613863"/>
                    <a:ext cx="1471305" cy="337922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C3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9" name="자유형: 도형 188">
                    <a:extLst>
                      <a:ext uri="{FF2B5EF4-FFF2-40B4-BE49-F238E27FC236}">
                        <a16:creationId xmlns:a16="http://schemas.microsoft.com/office/drawing/2014/main" id="{982F2DAF-0C58-65FB-723D-9CD7EAD90AC9}"/>
                      </a:ext>
                    </a:extLst>
                  </p:cNvPr>
                  <p:cNvSpPr/>
                  <p:nvPr/>
                </p:nvSpPr>
                <p:spPr>
                  <a:xfrm>
                    <a:off x="4966841" y="1379362"/>
                    <a:ext cx="160174" cy="162446"/>
                  </a:xfrm>
                  <a:custGeom>
                    <a:avLst/>
                    <a:gdLst>
                      <a:gd name="csX0" fmla="*/ 0 w 191861"/>
                      <a:gd name="csY0" fmla="*/ 194582 h 194582"/>
                      <a:gd name="csX1" fmla="*/ 0 w 191861"/>
                      <a:gd name="csY1" fmla="*/ 0 h 194582"/>
                      <a:gd name="csX2" fmla="*/ 191861 w 191861"/>
                      <a:gd name="csY2" fmla="*/ 0 h 1945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91861" h="194582">
                        <a:moveTo>
                          <a:pt x="0" y="194582"/>
                        </a:moveTo>
                        <a:lnTo>
                          <a:pt x="0" y="0"/>
                        </a:lnTo>
                        <a:lnTo>
                          <a:pt x="191861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prstDash val="solid"/>
                    <a:headEnd type="arrow" w="sm" len="sm"/>
                    <a:tailEnd type="arrow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0" name="직사각형 189">
                    <a:extLst>
                      <a:ext uri="{FF2B5EF4-FFF2-40B4-BE49-F238E27FC236}">
                        <a16:creationId xmlns:a16="http://schemas.microsoft.com/office/drawing/2014/main" id="{E363DFDB-08C6-CD06-A176-F21AAF83B2F6}"/>
                      </a:ext>
                    </a:extLst>
                  </p:cNvPr>
                  <p:cNvSpPr/>
                  <p:nvPr/>
                </p:nvSpPr>
                <p:spPr>
                  <a:xfrm>
                    <a:off x="4779397" y="1394130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1" name="직사각형 190">
                    <a:extLst>
                      <a:ext uri="{FF2B5EF4-FFF2-40B4-BE49-F238E27FC236}">
                        <a16:creationId xmlns:a16="http://schemas.microsoft.com/office/drawing/2014/main" id="{57079D57-2BCF-3BDB-C05B-F0ED0A572526}"/>
                      </a:ext>
                    </a:extLst>
                  </p:cNvPr>
                  <p:cNvSpPr/>
                  <p:nvPr/>
                </p:nvSpPr>
                <p:spPr>
                  <a:xfrm>
                    <a:off x="4945146" y="1217540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N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2" name="직사각형 191">
                        <a:extLst>
                          <a:ext uri="{FF2B5EF4-FFF2-40B4-BE49-F238E27FC236}">
                            <a16:creationId xmlns:a16="http://schemas.microsoft.com/office/drawing/2014/main" id="{C59D1476-5BD8-83B9-06D3-70931D92B0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59270" y="2023418"/>
                        <a:ext cx="498392" cy="363515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ko-KR" sz="1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</m:oMath>
                          </m:oMathPara>
                        </a14:m>
                        <a:endParaRPr/>
                      </a:p>
                    </p:txBody>
                  </p:sp>
                </mc:Choice>
                <mc:Fallback xmlns="">
                  <p:sp>
                    <p:nvSpPr>
                      <p:cNvPr id="192" name="직사각형 191">
                        <a:extLst>
                          <a:ext uri="{FF2B5EF4-FFF2-40B4-BE49-F238E27FC236}">
                            <a16:creationId xmlns:a16="http://schemas.microsoft.com/office/drawing/2014/main" id="{C59D1476-5BD8-83B9-06D3-70931D92B07B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59270" y="2023418"/>
                        <a:ext cx="498392" cy="363515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b="-8475"/>
                        </a:stretch>
                      </a:blipFill>
                      <a:ln w="2540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93" name="직사각형 192">
                    <a:extLst>
                      <a:ext uri="{FF2B5EF4-FFF2-40B4-BE49-F238E27FC236}">
                        <a16:creationId xmlns:a16="http://schemas.microsoft.com/office/drawing/2014/main" id="{3332E318-E121-A2D4-90B4-78589CFF53E7}"/>
                      </a:ext>
                    </a:extLst>
                  </p:cNvPr>
                  <p:cNvSpPr/>
                  <p:nvPr/>
                </p:nvSpPr>
                <p:spPr>
                  <a:xfrm>
                    <a:off x="4515495" y="2025597"/>
                    <a:ext cx="498392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=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4" name="왼쪽 중괄호 193">
                    <a:extLst>
                      <a:ext uri="{FF2B5EF4-FFF2-40B4-BE49-F238E27FC236}">
                        <a16:creationId xmlns:a16="http://schemas.microsoft.com/office/drawing/2014/main" id="{B5717D3A-13BC-6B1A-9ADB-2688429A3A43}"/>
                      </a:ext>
                    </a:extLst>
                  </p:cNvPr>
                  <p:cNvSpPr/>
                  <p:nvPr/>
                </p:nvSpPr>
                <p:spPr>
                  <a:xfrm>
                    <a:off x="686166" y="1632443"/>
                    <a:ext cx="201039" cy="1149617"/>
                  </a:xfrm>
                  <a:prstGeom prst="leftBrace">
                    <a:avLst>
                      <a:gd name="adj1" fmla="val 61072"/>
                      <a:gd name="adj2" fmla="val 50000"/>
                    </a:avLst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5" name="직사각형 194">
                        <a:extLst>
                          <a:ext uri="{FF2B5EF4-FFF2-40B4-BE49-F238E27FC236}">
                            <a16:creationId xmlns:a16="http://schemas.microsoft.com/office/drawing/2014/main" id="{214E2ADB-7C21-D5D9-CB44-1427B716B3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53450" y="2023418"/>
                        <a:ext cx="472024" cy="363515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ko-KR" sz="1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  <a:cs typeface="Times New Roman" panose="02020603050405020304" pitchFamily="18" charset="0"/>
                                </a:rPr>
                                <m:t>𝑺</m:t>
                              </m:r>
                              <m:sSub>
                                <m:sSubPr>
                                  <m:ctrlPr>
                                    <a:rPr lang="en-US" altLang="ko-KR" sz="11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altLang="ko-KR" sz="11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  <a:cs typeface="Times New Roman" panose="020206030504050203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ko-KR" altLang="en-US" sz="11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나눔스퀘어" panose="020B0600000101010101" pitchFamily="50" charset="-127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5" name="직사각형 194">
                        <a:extLst>
                          <a:ext uri="{FF2B5EF4-FFF2-40B4-BE49-F238E27FC236}">
                            <a16:creationId xmlns:a16="http://schemas.microsoft.com/office/drawing/2014/main" id="{214E2ADB-7C21-D5D9-CB44-1427B716B33B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53450" y="2023418"/>
                        <a:ext cx="472024" cy="36351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  <a:ln w="2540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83" name="이등변 삼각형 282">
                  <a:extLst>
                    <a:ext uri="{FF2B5EF4-FFF2-40B4-BE49-F238E27FC236}">
                      <a16:creationId xmlns:a16="http://schemas.microsoft.com/office/drawing/2014/main" id="{56B74F94-F735-38B4-8F40-A89FF473A3D0}"/>
                    </a:ext>
                  </a:extLst>
                </p:cNvPr>
                <p:cNvSpPr/>
                <p:nvPr/>
              </p:nvSpPr>
              <p:spPr>
                <a:xfrm rot="5400000">
                  <a:off x="5796202" y="2195750"/>
                  <a:ext cx="2176858" cy="216082"/>
                </a:xfrm>
                <a:prstGeom prst="triangle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04" name="그룹 803">
                  <a:extLst>
                    <a:ext uri="{FF2B5EF4-FFF2-40B4-BE49-F238E27FC236}">
                      <a16:creationId xmlns:a16="http://schemas.microsoft.com/office/drawing/2014/main" id="{E0979AEF-63F5-AF51-6936-A50227CFE94B}"/>
                    </a:ext>
                  </a:extLst>
                </p:cNvPr>
                <p:cNvGrpSpPr/>
                <p:nvPr/>
              </p:nvGrpSpPr>
              <p:grpSpPr>
                <a:xfrm>
                  <a:off x="6992672" y="908720"/>
                  <a:ext cx="3034427" cy="2485292"/>
                  <a:chOff x="7013948" y="908720"/>
                  <a:chExt cx="3034427" cy="2485292"/>
                </a:xfrm>
              </p:grpSpPr>
              <p:sp>
                <p:nvSpPr>
                  <p:cNvPr id="196" name="자유형: 도형 195">
                    <a:extLst>
                      <a:ext uri="{FF2B5EF4-FFF2-40B4-BE49-F238E27FC236}">
                        <a16:creationId xmlns:a16="http://schemas.microsoft.com/office/drawing/2014/main" id="{163DE1A5-6E3C-CA3A-EE2C-13F5C4EF3A9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800525" y="1112950"/>
                    <a:ext cx="1673862" cy="2170663"/>
                  </a:xfrm>
                  <a:custGeom>
                    <a:avLst/>
                    <a:gdLst>
                      <a:gd name="csX0" fmla="*/ 0 w 191861"/>
                      <a:gd name="csY0" fmla="*/ 194582 h 194582"/>
                      <a:gd name="csX1" fmla="*/ 0 w 191861"/>
                      <a:gd name="csY1" fmla="*/ 0 h 194582"/>
                      <a:gd name="csX2" fmla="*/ 191861 w 191861"/>
                      <a:gd name="csY2" fmla="*/ 0 h 1945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91861" h="194582">
                        <a:moveTo>
                          <a:pt x="0" y="194582"/>
                        </a:moveTo>
                        <a:lnTo>
                          <a:pt x="0" y="0"/>
                        </a:lnTo>
                        <a:lnTo>
                          <a:pt x="191861" y="0"/>
                        </a:lnTo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prstDash val="solid"/>
                    <a:headEnd type="arrow" w="sm" len="sm"/>
                    <a:tailEnd type="arrow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8" name="직사각형 197">
                    <a:extLst>
                      <a:ext uri="{FF2B5EF4-FFF2-40B4-BE49-F238E27FC236}">
                        <a16:creationId xmlns:a16="http://schemas.microsoft.com/office/drawing/2014/main" id="{E8F5D5F4-8DC6-B93A-F549-5472BFDA921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004898" y="983181"/>
                    <a:ext cx="622048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PEs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9" name="자유형: 도형 198">
                    <a:extLst>
                      <a:ext uri="{FF2B5EF4-FFF2-40B4-BE49-F238E27FC236}">
                        <a16:creationId xmlns:a16="http://schemas.microsoft.com/office/drawing/2014/main" id="{6569597E-1E63-F6C8-277F-A545AC93AE2A}"/>
                      </a:ext>
                    </a:extLst>
                  </p:cNvPr>
                  <p:cNvSpPr/>
                  <p:nvPr/>
                </p:nvSpPr>
                <p:spPr>
                  <a:xfrm flipH="1">
                    <a:off x="9103922" y="1376120"/>
                    <a:ext cx="283924" cy="1663434"/>
                  </a:xfrm>
                  <a:custGeom>
                    <a:avLst/>
                    <a:gdLst>
                      <a:gd name="csX0" fmla="*/ 0 w 0"/>
                      <a:gd name="csY0" fmla="*/ 0 h 2577737"/>
                      <a:gd name="csX1" fmla="*/ 0 w 0"/>
                      <a:gd name="csY1" fmla="*/ 2577737 h 257773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h="2577737">
                        <a:moveTo>
                          <a:pt x="0" y="0"/>
                        </a:moveTo>
                        <a:lnTo>
                          <a:pt x="0" y="2577737"/>
                        </a:lnTo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0" name="직사각형 199">
                    <a:extLst>
                      <a:ext uri="{FF2B5EF4-FFF2-40B4-BE49-F238E27FC236}">
                        <a16:creationId xmlns:a16="http://schemas.microsoft.com/office/drawing/2014/main" id="{41EBA8E4-0F7E-3894-CA14-8E507FD17045}"/>
                      </a:ext>
                    </a:extLst>
                  </p:cNvPr>
                  <p:cNvSpPr/>
                  <p:nvPr/>
                </p:nvSpPr>
                <p:spPr>
                  <a:xfrm>
                    <a:off x="7013948" y="2612248"/>
                    <a:ext cx="538175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PE0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204" name="그룹 203">
                    <a:extLst>
                      <a:ext uri="{FF2B5EF4-FFF2-40B4-BE49-F238E27FC236}">
                        <a16:creationId xmlns:a16="http://schemas.microsoft.com/office/drawing/2014/main" id="{9D9F3AA0-DAD8-E7A2-3988-61AAE73BA16B}"/>
                      </a:ext>
                    </a:extLst>
                  </p:cNvPr>
                  <p:cNvGrpSpPr/>
                  <p:nvPr/>
                </p:nvGrpSpPr>
                <p:grpSpPr>
                  <a:xfrm>
                    <a:off x="7731253" y="2733570"/>
                    <a:ext cx="1450050" cy="230480"/>
                    <a:chOff x="7255064" y="4863944"/>
                    <a:chExt cx="1334517" cy="212116"/>
                  </a:xfrm>
                </p:grpSpPr>
                <p:sp>
                  <p:nvSpPr>
                    <p:cNvPr id="205" name="직사각형 204">
                      <a:extLst>
                        <a:ext uri="{FF2B5EF4-FFF2-40B4-BE49-F238E27FC236}">
                          <a16:creationId xmlns:a16="http://schemas.microsoft.com/office/drawing/2014/main" id="{E41DE583-BBEE-B074-097E-556DCFA2F2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5064" y="4863944"/>
                      <a:ext cx="346380" cy="212116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6" name="직사각형 205">
                      <a:extLst>
                        <a:ext uri="{FF2B5EF4-FFF2-40B4-BE49-F238E27FC236}">
                          <a16:creationId xmlns:a16="http://schemas.microsoft.com/office/drawing/2014/main" id="{14C37D00-1D2A-AC79-9494-005858DBF7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31081" y="4863944"/>
                      <a:ext cx="346380" cy="212116"/>
                    </a:xfrm>
                    <a:prstGeom prst="rect">
                      <a:avLst/>
                    </a:prstGeom>
                    <a:solidFill>
                      <a:schemeClr val="accent3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7" name="직사각형 206">
                      <a:extLst>
                        <a:ext uri="{FF2B5EF4-FFF2-40B4-BE49-F238E27FC236}">
                          <a16:creationId xmlns:a16="http://schemas.microsoft.com/office/drawing/2014/main" id="{C8DC9723-585C-5882-5F66-EE9D69A2DE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3201" y="4863944"/>
                      <a:ext cx="346380" cy="212116"/>
                    </a:xfrm>
                    <a:prstGeom prst="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8" name="직사각형 207">
                      <a:extLst>
                        <a:ext uri="{FF2B5EF4-FFF2-40B4-BE49-F238E27FC236}">
                          <a16:creationId xmlns:a16="http://schemas.microsoft.com/office/drawing/2014/main" id="{DFB4B308-DFD4-71C4-76B6-E64C4B3337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1599" y="4863944"/>
                      <a:ext cx="197464" cy="212116"/>
                    </a:xfrm>
                    <a:prstGeom prst="rect">
                      <a:avLst/>
                    </a:prstGeom>
                    <a:noFill/>
                    <a:ln w="2540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→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201" name="직사각형 200">
                    <a:extLst>
                      <a:ext uri="{FF2B5EF4-FFF2-40B4-BE49-F238E27FC236}">
                        <a16:creationId xmlns:a16="http://schemas.microsoft.com/office/drawing/2014/main" id="{4DED7548-D866-8145-37FE-B9AFFD253D1B}"/>
                      </a:ext>
                    </a:extLst>
                  </p:cNvPr>
                  <p:cNvSpPr/>
                  <p:nvPr/>
                </p:nvSpPr>
                <p:spPr>
                  <a:xfrm>
                    <a:off x="7013948" y="2223574"/>
                    <a:ext cx="538175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PE1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209" name="그룹 208">
                    <a:extLst>
                      <a:ext uri="{FF2B5EF4-FFF2-40B4-BE49-F238E27FC236}">
                        <a16:creationId xmlns:a16="http://schemas.microsoft.com/office/drawing/2014/main" id="{9BD05F2A-00FF-D7BC-7089-4403129D7CB9}"/>
                      </a:ext>
                    </a:extLst>
                  </p:cNvPr>
                  <p:cNvGrpSpPr/>
                  <p:nvPr/>
                </p:nvGrpSpPr>
                <p:grpSpPr>
                  <a:xfrm>
                    <a:off x="7731253" y="2343664"/>
                    <a:ext cx="1450050" cy="230480"/>
                    <a:chOff x="7255064" y="4863944"/>
                    <a:chExt cx="1334517" cy="212116"/>
                  </a:xfrm>
                </p:grpSpPr>
                <p:sp>
                  <p:nvSpPr>
                    <p:cNvPr id="210" name="직사각형 209">
                      <a:extLst>
                        <a:ext uri="{FF2B5EF4-FFF2-40B4-BE49-F238E27FC236}">
                          <a16:creationId xmlns:a16="http://schemas.microsoft.com/office/drawing/2014/main" id="{89980BFE-09A1-1720-760D-E5394CDF62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5064" y="4863944"/>
                      <a:ext cx="346380" cy="212116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11" name="직사각형 210">
                      <a:extLst>
                        <a:ext uri="{FF2B5EF4-FFF2-40B4-BE49-F238E27FC236}">
                          <a16:creationId xmlns:a16="http://schemas.microsoft.com/office/drawing/2014/main" id="{3B0C86F4-876E-9D45-F08C-8BC5CDA50F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31081" y="4863944"/>
                      <a:ext cx="346380" cy="212116"/>
                    </a:xfrm>
                    <a:prstGeom prst="rect">
                      <a:avLst/>
                    </a:prstGeom>
                    <a:solidFill>
                      <a:schemeClr val="accent3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12" name="직사각형 211">
                      <a:extLst>
                        <a:ext uri="{FF2B5EF4-FFF2-40B4-BE49-F238E27FC236}">
                          <a16:creationId xmlns:a16="http://schemas.microsoft.com/office/drawing/2014/main" id="{64AA40EA-ED2E-3AB6-439F-7D748CB704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3201" y="4863944"/>
                      <a:ext cx="346380" cy="212116"/>
                    </a:xfrm>
                    <a:prstGeom prst="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13" name="직사각형 212">
                      <a:extLst>
                        <a:ext uri="{FF2B5EF4-FFF2-40B4-BE49-F238E27FC236}">
                          <a16:creationId xmlns:a16="http://schemas.microsoft.com/office/drawing/2014/main" id="{E95667A6-2E94-2F34-9B7F-A7F254A669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1599" y="4863944"/>
                      <a:ext cx="197464" cy="212116"/>
                    </a:xfrm>
                    <a:prstGeom prst="rect">
                      <a:avLst/>
                    </a:prstGeom>
                    <a:noFill/>
                    <a:ln w="2540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→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202" name="직사각형 201">
                    <a:extLst>
                      <a:ext uri="{FF2B5EF4-FFF2-40B4-BE49-F238E27FC236}">
                        <a16:creationId xmlns:a16="http://schemas.microsoft.com/office/drawing/2014/main" id="{7A16F512-E6E6-4BA9-7D93-F7BFA1F7919D}"/>
                      </a:ext>
                    </a:extLst>
                  </p:cNvPr>
                  <p:cNvSpPr/>
                  <p:nvPr/>
                </p:nvSpPr>
                <p:spPr>
                  <a:xfrm>
                    <a:off x="7013948" y="1834900"/>
                    <a:ext cx="538175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PE2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214" name="그룹 213">
                    <a:extLst>
                      <a:ext uri="{FF2B5EF4-FFF2-40B4-BE49-F238E27FC236}">
                        <a16:creationId xmlns:a16="http://schemas.microsoft.com/office/drawing/2014/main" id="{3E8175A7-3BB2-59F9-751C-0BB975923238}"/>
                      </a:ext>
                    </a:extLst>
                  </p:cNvPr>
                  <p:cNvGrpSpPr/>
                  <p:nvPr/>
                </p:nvGrpSpPr>
                <p:grpSpPr>
                  <a:xfrm>
                    <a:off x="7731253" y="1953758"/>
                    <a:ext cx="1450050" cy="230480"/>
                    <a:chOff x="7255064" y="4863944"/>
                    <a:chExt cx="1334517" cy="212116"/>
                  </a:xfrm>
                </p:grpSpPr>
                <p:sp>
                  <p:nvSpPr>
                    <p:cNvPr id="215" name="직사각형 214">
                      <a:extLst>
                        <a:ext uri="{FF2B5EF4-FFF2-40B4-BE49-F238E27FC236}">
                          <a16:creationId xmlns:a16="http://schemas.microsoft.com/office/drawing/2014/main" id="{7E4DD59C-F92E-C64A-4411-70C72CF9A8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5064" y="4863944"/>
                      <a:ext cx="346380" cy="212116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16" name="직사각형 215">
                      <a:extLst>
                        <a:ext uri="{FF2B5EF4-FFF2-40B4-BE49-F238E27FC236}">
                          <a16:creationId xmlns:a16="http://schemas.microsoft.com/office/drawing/2014/main" id="{3C471AE7-1365-E7AC-34B5-177DE358FD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31081" y="4863944"/>
                      <a:ext cx="346380" cy="212116"/>
                    </a:xfrm>
                    <a:prstGeom prst="rect">
                      <a:avLst/>
                    </a:prstGeom>
                    <a:solidFill>
                      <a:schemeClr val="accent3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18" name="직사각형 217">
                      <a:extLst>
                        <a:ext uri="{FF2B5EF4-FFF2-40B4-BE49-F238E27FC236}">
                          <a16:creationId xmlns:a16="http://schemas.microsoft.com/office/drawing/2014/main" id="{AFBB2A2F-7648-D905-A8D5-CEFA28F21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3201" y="4863944"/>
                      <a:ext cx="346380" cy="212116"/>
                    </a:xfrm>
                    <a:prstGeom prst="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19" name="직사각형 218">
                      <a:extLst>
                        <a:ext uri="{FF2B5EF4-FFF2-40B4-BE49-F238E27FC236}">
                          <a16:creationId xmlns:a16="http://schemas.microsoft.com/office/drawing/2014/main" id="{0F1B4C5E-9614-0B01-C939-1DFB03ABCC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1599" y="4863944"/>
                      <a:ext cx="197464" cy="212116"/>
                    </a:xfrm>
                    <a:prstGeom prst="rect">
                      <a:avLst/>
                    </a:prstGeom>
                    <a:noFill/>
                    <a:ln w="2540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→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203" name="직사각형 202">
                    <a:extLst>
                      <a:ext uri="{FF2B5EF4-FFF2-40B4-BE49-F238E27FC236}">
                        <a16:creationId xmlns:a16="http://schemas.microsoft.com/office/drawing/2014/main" id="{CE304319-4B60-5CA0-82BB-09589E7B940A}"/>
                      </a:ext>
                    </a:extLst>
                  </p:cNvPr>
                  <p:cNvSpPr/>
                  <p:nvPr/>
                </p:nvSpPr>
                <p:spPr>
                  <a:xfrm>
                    <a:off x="7013948" y="1446227"/>
                    <a:ext cx="538175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PE3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220" name="그룹 219">
                    <a:extLst>
                      <a:ext uri="{FF2B5EF4-FFF2-40B4-BE49-F238E27FC236}">
                        <a16:creationId xmlns:a16="http://schemas.microsoft.com/office/drawing/2014/main" id="{E845E70A-39BA-3B8A-C487-01402D83D5E3}"/>
                      </a:ext>
                    </a:extLst>
                  </p:cNvPr>
                  <p:cNvGrpSpPr/>
                  <p:nvPr/>
                </p:nvGrpSpPr>
                <p:grpSpPr>
                  <a:xfrm>
                    <a:off x="7731253" y="1563853"/>
                    <a:ext cx="1450050" cy="230480"/>
                    <a:chOff x="7255064" y="4863944"/>
                    <a:chExt cx="1334517" cy="212116"/>
                  </a:xfrm>
                </p:grpSpPr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BE63B584-5D99-A025-68F3-FC489745F3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5064" y="4863944"/>
                      <a:ext cx="346380" cy="212116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22" name="직사각형 221">
                      <a:extLst>
                        <a:ext uri="{FF2B5EF4-FFF2-40B4-BE49-F238E27FC236}">
                          <a16:creationId xmlns:a16="http://schemas.microsoft.com/office/drawing/2014/main" id="{0D09E042-4C6A-4974-E625-D78EEE93D2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31081" y="4863944"/>
                      <a:ext cx="346380" cy="212116"/>
                    </a:xfrm>
                    <a:prstGeom prst="rect">
                      <a:avLst/>
                    </a:prstGeom>
                    <a:solidFill>
                      <a:schemeClr val="accent3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23" name="직사각형 222">
                      <a:extLst>
                        <a:ext uri="{FF2B5EF4-FFF2-40B4-BE49-F238E27FC236}">
                          <a16:creationId xmlns:a16="http://schemas.microsoft.com/office/drawing/2014/main" id="{8B3F8CF8-5C3E-1EEF-C5F3-46186B68AC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3201" y="4863944"/>
                      <a:ext cx="346380" cy="212116"/>
                    </a:xfrm>
                    <a:prstGeom prst="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" name="직사각형 275">
                      <a:extLst>
                        <a:ext uri="{FF2B5EF4-FFF2-40B4-BE49-F238E27FC236}">
                          <a16:creationId xmlns:a16="http://schemas.microsoft.com/office/drawing/2014/main" id="{41084889-BBDE-7E12-949E-6A3D358F67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1599" y="4863944"/>
                      <a:ext cx="197464" cy="212116"/>
                    </a:xfrm>
                    <a:prstGeom prst="rect">
                      <a:avLst/>
                    </a:prstGeom>
                    <a:noFill/>
                    <a:ln w="2540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나눔스퀘어" panose="020B0600000101010101" pitchFamily="50" charset="-127"/>
                          <a:cs typeface="Times New Roman" panose="02020603050405020304" pitchFamily="18" charset="0"/>
                        </a:rPr>
                        <a:t>→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277" name="직사각형 276">
                    <a:extLst>
                      <a:ext uri="{FF2B5EF4-FFF2-40B4-BE49-F238E27FC236}">
                        <a16:creationId xmlns:a16="http://schemas.microsoft.com/office/drawing/2014/main" id="{9582986F-D3A7-AA29-7C1B-313D4C95DFC8}"/>
                      </a:ext>
                    </a:extLst>
                  </p:cNvPr>
                  <p:cNvSpPr/>
                  <p:nvPr/>
                </p:nvSpPr>
                <p:spPr>
                  <a:xfrm>
                    <a:off x="8187191" y="3035214"/>
                    <a:ext cx="538175" cy="223313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1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8" name="직사각형 277">
                    <a:extLst>
                      <a:ext uri="{FF2B5EF4-FFF2-40B4-BE49-F238E27FC236}">
                        <a16:creationId xmlns:a16="http://schemas.microsoft.com/office/drawing/2014/main" id="{35246208-6B71-7E16-8C42-BDAD3A2C7255}"/>
                      </a:ext>
                    </a:extLst>
                  </p:cNvPr>
                  <p:cNvSpPr/>
                  <p:nvPr/>
                </p:nvSpPr>
                <p:spPr>
                  <a:xfrm>
                    <a:off x="8107620" y="1522109"/>
                    <a:ext cx="440806" cy="1490763"/>
                  </a:xfrm>
                  <a:prstGeom prst="rect">
                    <a:avLst/>
                  </a:prstGeom>
                  <a:noFill/>
                  <a:ln w="25400">
                    <a:solidFill>
                      <a:srgbClr val="FF0000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4" name="직사각형 283">
                    <a:extLst>
                      <a:ext uri="{FF2B5EF4-FFF2-40B4-BE49-F238E27FC236}">
                        <a16:creationId xmlns:a16="http://schemas.microsoft.com/office/drawing/2014/main" id="{FB1E48BC-5B17-A9BC-9B4E-E5980C496553}"/>
                      </a:ext>
                    </a:extLst>
                  </p:cNvPr>
                  <p:cNvSpPr/>
                  <p:nvPr/>
                </p:nvSpPr>
                <p:spPr>
                  <a:xfrm>
                    <a:off x="7806813" y="1078135"/>
                    <a:ext cx="1042387" cy="439802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Spatial Reuse</a:t>
                    </a:r>
                  </a:p>
                  <a:p>
                    <a:pPr algn="ctr"/>
                    <a:r>
                      <a:rPr lang="en-US" altLang="ko-KR" sz="11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(Multicast)</a:t>
                    </a:r>
                    <a:endParaRPr lang="ko-KR" altLang="en-US" sz="11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6" name="직사각형 295">
                    <a:extLst>
                      <a:ext uri="{FF2B5EF4-FFF2-40B4-BE49-F238E27FC236}">
                        <a16:creationId xmlns:a16="http://schemas.microsoft.com/office/drawing/2014/main" id="{658DD0CE-ED52-2701-750B-2AB6DB7A6A67}"/>
                      </a:ext>
                    </a:extLst>
                  </p:cNvPr>
                  <p:cNvSpPr/>
                  <p:nvPr/>
                </p:nvSpPr>
                <p:spPr>
                  <a:xfrm>
                    <a:off x="9006598" y="3030497"/>
                    <a:ext cx="1041777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Time Step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515" name="직사각형 514">
                <a:extLst>
                  <a:ext uri="{FF2B5EF4-FFF2-40B4-BE49-F238E27FC236}">
                    <a16:creationId xmlns:a16="http://schemas.microsoft.com/office/drawing/2014/main" id="{B9D52680-4EEC-DE94-9D0E-E1BBB38EF149}"/>
                  </a:ext>
                </a:extLst>
              </p:cNvPr>
              <p:cNvSpPr/>
              <p:nvPr/>
            </p:nvSpPr>
            <p:spPr>
              <a:xfrm>
                <a:off x="4664968" y="3359648"/>
                <a:ext cx="1563114" cy="363515"/>
              </a:xfrm>
              <a:prstGeom prst="rect">
                <a:avLst/>
              </a:prstGeom>
              <a:noFill/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(a)</a:t>
                </a:r>
                <a:endParaRPr lang="ko-KR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16" name="그룹 815">
              <a:extLst>
                <a:ext uri="{FF2B5EF4-FFF2-40B4-BE49-F238E27FC236}">
                  <a16:creationId xmlns:a16="http://schemas.microsoft.com/office/drawing/2014/main" id="{E0BBC984-A35E-6914-CBEE-E8C7C15CB1AB}"/>
                </a:ext>
              </a:extLst>
            </p:cNvPr>
            <p:cNvGrpSpPr/>
            <p:nvPr/>
          </p:nvGrpSpPr>
          <p:grpSpPr>
            <a:xfrm>
              <a:off x="300465" y="3473911"/>
              <a:ext cx="9346281" cy="2814445"/>
              <a:chOff x="680818" y="3498350"/>
              <a:chExt cx="9346281" cy="281444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9" name="직사각형 658">
                    <a:extLst>
                      <a:ext uri="{FF2B5EF4-FFF2-40B4-BE49-F238E27FC236}">
                        <a16:creationId xmlns:a16="http://schemas.microsoft.com/office/drawing/2014/main" id="{63ED9F4E-C944-9BFB-3EA4-77E2DB8CE899}"/>
                      </a:ext>
                    </a:extLst>
                  </p:cNvPr>
                  <p:cNvSpPr/>
                  <p:nvPr/>
                </p:nvSpPr>
                <p:spPr>
                  <a:xfrm>
                    <a:off x="3512840" y="3498350"/>
                    <a:ext cx="502072" cy="364496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  <a:cs typeface="Times New Roman" panose="02020603050405020304" pitchFamily="18" charset="0"/>
                            </a:rPr>
                            <m:t>𝑺</m:t>
                          </m:r>
                          <m:sSub>
                            <m:sSubPr>
                              <m:ctrlPr>
                                <a:rPr lang="en-US" altLang="ko-KR" sz="1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  <a:cs typeface="Times New Roman" panose="020206030504050203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ko-KR" sz="1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1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59" name="직사각형 658">
                    <a:extLst>
                      <a:ext uri="{FF2B5EF4-FFF2-40B4-BE49-F238E27FC236}">
                        <a16:creationId xmlns:a16="http://schemas.microsoft.com/office/drawing/2014/main" id="{63ED9F4E-C944-9BFB-3EA4-77E2DB8CE8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2840" y="3498350"/>
                    <a:ext cx="502072" cy="36449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5400">
                    <a:noFill/>
                    <a:prstDash val="solid"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13" name="그룹 812">
                <a:extLst>
                  <a:ext uri="{FF2B5EF4-FFF2-40B4-BE49-F238E27FC236}">
                    <a16:creationId xmlns:a16="http://schemas.microsoft.com/office/drawing/2014/main" id="{98917B97-4542-1332-87ED-30C0882A9A4A}"/>
                  </a:ext>
                </a:extLst>
              </p:cNvPr>
              <p:cNvGrpSpPr/>
              <p:nvPr/>
            </p:nvGrpSpPr>
            <p:grpSpPr>
              <a:xfrm>
                <a:off x="680818" y="3498352"/>
                <a:ext cx="9346281" cy="2485678"/>
                <a:chOff x="680818" y="3498352"/>
                <a:chExt cx="9346281" cy="2485678"/>
              </a:xfrm>
            </p:grpSpPr>
            <p:grpSp>
              <p:nvGrpSpPr>
                <p:cNvPr id="810" name="그룹 809">
                  <a:extLst>
                    <a:ext uri="{FF2B5EF4-FFF2-40B4-BE49-F238E27FC236}">
                      <a16:creationId xmlns:a16="http://schemas.microsoft.com/office/drawing/2014/main" id="{72B796FE-8D9D-371F-FA55-0219657C773A}"/>
                    </a:ext>
                  </a:extLst>
                </p:cNvPr>
                <p:cNvGrpSpPr/>
                <p:nvPr/>
              </p:nvGrpSpPr>
              <p:grpSpPr>
                <a:xfrm>
                  <a:off x="680818" y="3794372"/>
                  <a:ext cx="5909709" cy="2189658"/>
                  <a:chOff x="460198" y="3794372"/>
                  <a:chExt cx="5909709" cy="2189658"/>
                </a:xfrm>
              </p:grpSpPr>
              <p:sp>
                <p:nvSpPr>
                  <p:cNvPr id="666" name="직사각형 665">
                    <a:extLst>
                      <a:ext uri="{FF2B5EF4-FFF2-40B4-BE49-F238E27FC236}">
                        <a16:creationId xmlns:a16="http://schemas.microsoft.com/office/drawing/2014/main" id="{E8651800-3E60-DFF5-B2BB-AB3C05B7A4BF}"/>
                      </a:ext>
                    </a:extLst>
                  </p:cNvPr>
                  <p:cNvSpPr/>
                  <p:nvPr/>
                </p:nvSpPr>
                <p:spPr>
                  <a:xfrm>
                    <a:off x="4805775" y="4015429"/>
                    <a:ext cx="1564132" cy="1564132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7" name="직사각형 666">
                    <a:extLst>
                      <a:ext uri="{FF2B5EF4-FFF2-40B4-BE49-F238E27FC236}">
                        <a16:creationId xmlns:a16="http://schemas.microsoft.com/office/drawing/2014/main" id="{0EB41A8E-C8B7-AFFA-2834-3B6DC799B87B}"/>
                      </a:ext>
                    </a:extLst>
                  </p:cNvPr>
                  <p:cNvSpPr/>
                  <p:nvPr/>
                </p:nvSpPr>
                <p:spPr>
                  <a:xfrm>
                    <a:off x="4848935" y="4056783"/>
                    <a:ext cx="348907" cy="148498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C0</a:t>
                    </a:r>
                    <a:endParaRPr lang="ko-KR" alt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8" name="직사각형 667">
                    <a:extLst>
                      <a:ext uri="{FF2B5EF4-FFF2-40B4-BE49-F238E27FC236}">
                        <a16:creationId xmlns:a16="http://schemas.microsoft.com/office/drawing/2014/main" id="{85AE3D1E-C1D8-7D56-AA15-C19ABFB977E8}"/>
                      </a:ext>
                    </a:extLst>
                  </p:cNvPr>
                  <p:cNvSpPr/>
                  <p:nvPr/>
                </p:nvSpPr>
                <p:spPr>
                  <a:xfrm>
                    <a:off x="5228193" y="4056783"/>
                    <a:ext cx="348907" cy="148498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C1</a:t>
                    </a:r>
                    <a:endParaRPr lang="ko-KR" alt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9" name="직사각형 668">
                    <a:extLst>
                      <a:ext uri="{FF2B5EF4-FFF2-40B4-BE49-F238E27FC236}">
                        <a16:creationId xmlns:a16="http://schemas.microsoft.com/office/drawing/2014/main" id="{98D10EA5-1BF0-55CB-B63D-D12C77718013}"/>
                      </a:ext>
                    </a:extLst>
                  </p:cNvPr>
                  <p:cNvSpPr/>
                  <p:nvPr/>
                </p:nvSpPr>
                <p:spPr>
                  <a:xfrm>
                    <a:off x="5607451" y="4056783"/>
                    <a:ext cx="348907" cy="148498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C2</a:t>
                    </a:r>
                    <a:endParaRPr lang="ko-KR" alt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0" name="직사각형 669">
                    <a:extLst>
                      <a:ext uri="{FF2B5EF4-FFF2-40B4-BE49-F238E27FC236}">
                        <a16:creationId xmlns:a16="http://schemas.microsoft.com/office/drawing/2014/main" id="{CC237048-06CF-14C7-60C6-B1A03D06483B}"/>
                      </a:ext>
                    </a:extLst>
                  </p:cNvPr>
                  <p:cNvSpPr/>
                  <p:nvPr/>
                </p:nvSpPr>
                <p:spPr>
                  <a:xfrm>
                    <a:off x="5986710" y="4056783"/>
                    <a:ext cx="348907" cy="148498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C3</a:t>
                    </a:r>
                    <a:endParaRPr lang="ko-KR" alt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7" name="직사각형 656">
                    <a:extLst>
                      <a:ext uri="{FF2B5EF4-FFF2-40B4-BE49-F238E27FC236}">
                        <a16:creationId xmlns:a16="http://schemas.microsoft.com/office/drawing/2014/main" id="{28508192-D8C8-4443-B963-BC7D62B57366}"/>
                      </a:ext>
                    </a:extLst>
                  </p:cNvPr>
                  <p:cNvSpPr/>
                  <p:nvPr/>
                </p:nvSpPr>
                <p:spPr>
                  <a:xfrm>
                    <a:off x="2749180" y="4009029"/>
                    <a:ext cx="1567334" cy="1567334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8" name="왼쪽 중괄호 657">
                    <a:extLst>
                      <a:ext uri="{FF2B5EF4-FFF2-40B4-BE49-F238E27FC236}">
                        <a16:creationId xmlns:a16="http://schemas.microsoft.com/office/drawing/2014/main" id="{303D46A2-84BC-5919-4475-A1E87E5FD67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438051" y="3326341"/>
                    <a:ext cx="201582" cy="1137644"/>
                  </a:xfrm>
                  <a:prstGeom prst="leftBrace">
                    <a:avLst>
                      <a:gd name="adj1" fmla="val 61072"/>
                      <a:gd name="adj2" fmla="val 50000"/>
                    </a:avLst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직사각형 660">
                    <a:extLst>
                      <a:ext uri="{FF2B5EF4-FFF2-40B4-BE49-F238E27FC236}">
                        <a16:creationId xmlns:a16="http://schemas.microsoft.com/office/drawing/2014/main" id="{43DFA181-86CD-FBBC-462D-67B5C95B2CE7}"/>
                      </a:ext>
                    </a:extLst>
                  </p:cNvPr>
                  <p:cNvSpPr/>
                  <p:nvPr/>
                </p:nvSpPr>
                <p:spPr>
                  <a:xfrm>
                    <a:off x="2795210" y="4051113"/>
                    <a:ext cx="349622" cy="1488024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5400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B0</a:t>
                    </a:r>
                    <a:endParaRPr lang="ko-KR" alt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직사각형 661">
                    <a:extLst>
                      <a:ext uri="{FF2B5EF4-FFF2-40B4-BE49-F238E27FC236}">
                        <a16:creationId xmlns:a16="http://schemas.microsoft.com/office/drawing/2014/main" id="{FBBCE07B-0FD2-8D43-316B-A1E92BAA9E82}"/>
                      </a:ext>
                    </a:extLst>
                  </p:cNvPr>
                  <p:cNvSpPr/>
                  <p:nvPr/>
                </p:nvSpPr>
                <p:spPr>
                  <a:xfrm>
                    <a:off x="3175244" y="4051113"/>
                    <a:ext cx="349622" cy="1488024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5400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B1</a:t>
                    </a:r>
                    <a:endParaRPr lang="ko-KR" alt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3" name="직사각형 662">
                    <a:extLst>
                      <a:ext uri="{FF2B5EF4-FFF2-40B4-BE49-F238E27FC236}">
                        <a16:creationId xmlns:a16="http://schemas.microsoft.com/office/drawing/2014/main" id="{EB04D7DE-2D92-5BEB-B6B4-114E8220BF28}"/>
                      </a:ext>
                    </a:extLst>
                  </p:cNvPr>
                  <p:cNvSpPr/>
                  <p:nvPr/>
                </p:nvSpPr>
                <p:spPr>
                  <a:xfrm>
                    <a:off x="3555278" y="4051113"/>
                    <a:ext cx="349622" cy="1488024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5400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B2</a:t>
                    </a:r>
                    <a:endParaRPr lang="ko-KR" alt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4" name="직사각형 663">
                    <a:extLst>
                      <a:ext uri="{FF2B5EF4-FFF2-40B4-BE49-F238E27FC236}">
                        <a16:creationId xmlns:a16="http://schemas.microsoft.com/office/drawing/2014/main" id="{79A5DFAA-A9B4-5522-9C54-FAD5D6F2889A}"/>
                      </a:ext>
                    </a:extLst>
                  </p:cNvPr>
                  <p:cNvSpPr/>
                  <p:nvPr/>
                </p:nvSpPr>
                <p:spPr>
                  <a:xfrm>
                    <a:off x="3935313" y="4051113"/>
                    <a:ext cx="349622" cy="1488024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5400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B3</a:t>
                    </a:r>
                    <a:endParaRPr lang="ko-KR" alt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0" name="직사각형 589">
                    <a:extLst>
                      <a:ext uri="{FF2B5EF4-FFF2-40B4-BE49-F238E27FC236}">
                        <a16:creationId xmlns:a16="http://schemas.microsoft.com/office/drawing/2014/main" id="{D189EB8D-14E0-93EF-1DF4-7332ADB95BA2}"/>
                      </a:ext>
                    </a:extLst>
                  </p:cNvPr>
                  <p:cNvSpPr/>
                  <p:nvPr/>
                </p:nvSpPr>
                <p:spPr>
                  <a:xfrm>
                    <a:off x="692048" y="5618336"/>
                    <a:ext cx="1563114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Matrix A (M, K)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2" name="직사각형 651">
                    <a:extLst>
                      <a:ext uri="{FF2B5EF4-FFF2-40B4-BE49-F238E27FC236}">
                        <a16:creationId xmlns:a16="http://schemas.microsoft.com/office/drawing/2014/main" id="{738E1997-8C92-F19D-7BC3-AFEB48F94225}"/>
                      </a:ext>
                    </a:extLst>
                  </p:cNvPr>
                  <p:cNvSpPr/>
                  <p:nvPr/>
                </p:nvSpPr>
                <p:spPr>
                  <a:xfrm>
                    <a:off x="692048" y="4013250"/>
                    <a:ext cx="1563114" cy="1563114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3" name="직사각형 652">
                    <a:extLst>
                      <a:ext uri="{FF2B5EF4-FFF2-40B4-BE49-F238E27FC236}">
                        <a16:creationId xmlns:a16="http://schemas.microsoft.com/office/drawing/2014/main" id="{D59BF7F7-6CE7-E0C2-C7B0-E24336E772A9}"/>
                      </a:ext>
                    </a:extLst>
                  </p:cNvPr>
                  <p:cNvSpPr/>
                  <p:nvPr/>
                </p:nvSpPr>
                <p:spPr>
                  <a:xfrm>
                    <a:off x="737953" y="4055220"/>
                    <a:ext cx="1471305" cy="1484018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5400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A0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2" name="자유형: 도형 591">
                    <a:extLst>
                      <a:ext uri="{FF2B5EF4-FFF2-40B4-BE49-F238E27FC236}">
                        <a16:creationId xmlns:a16="http://schemas.microsoft.com/office/drawing/2014/main" id="{E318AFB0-6F75-5AB9-7DE0-9C091ACBE275}"/>
                      </a:ext>
                    </a:extLst>
                  </p:cNvPr>
                  <p:cNvSpPr/>
                  <p:nvPr/>
                </p:nvSpPr>
                <p:spPr>
                  <a:xfrm>
                    <a:off x="647642" y="3966815"/>
                    <a:ext cx="160174" cy="162446"/>
                  </a:xfrm>
                  <a:custGeom>
                    <a:avLst/>
                    <a:gdLst>
                      <a:gd name="csX0" fmla="*/ 0 w 191861"/>
                      <a:gd name="csY0" fmla="*/ 194582 h 194582"/>
                      <a:gd name="csX1" fmla="*/ 0 w 191861"/>
                      <a:gd name="csY1" fmla="*/ 0 h 194582"/>
                      <a:gd name="csX2" fmla="*/ 191861 w 191861"/>
                      <a:gd name="csY2" fmla="*/ 0 h 1945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91861" h="194582">
                        <a:moveTo>
                          <a:pt x="0" y="194582"/>
                        </a:moveTo>
                        <a:lnTo>
                          <a:pt x="0" y="0"/>
                        </a:lnTo>
                        <a:lnTo>
                          <a:pt x="191861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prstDash val="solid"/>
                    <a:headEnd type="arrow" w="sm" len="sm"/>
                    <a:tailEnd type="arrow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3" name="직사각형 592">
                    <a:extLst>
                      <a:ext uri="{FF2B5EF4-FFF2-40B4-BE49-F238E27FC236}">
                        <a16:creationId xmlns:a16="http://schemas.microsoft.com/office/drawing/2014/main" id="{3731F6ED-6599-9464-62CE-9ED482447D4A}"/>
                      </a:ext>
                    </a:extLst>
                  </p:cNvPr>
                  <p:cNvSpPr/>
                  <p:nvPr/>
                </p:nvSpPr>
                <p:spPr>
                  <a:xfrm>
                    <a:off x="460198" y="3981583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4" name="직사각형 593">
                    <a:extLst>
                      <a:ext uri="{FF2B5EF4-FFF2-40B4-BE49-F238E27FC236}">
                        <a16:creationId xmlns:a16="http://schemas.microsoft.com/office/drawing/2014/main" id="{6A4535C6-A3C6-1600-1F64-3A4A6EBCA2C0}"/>
                      </a:ext>
                    </a:extLst>
                  </p:cNvPr>
                  <p:cNvSpPr/>
                  <p:nvPr/>
                </p:nvSpPr>
                <p:spPr>
                  <a:xfrm>
                    <a:off x="625947" y="3804993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K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5" name="직사각형 594">
                    <a:extLst>
                      <a:ext uri="{FF2B5EF4-FFF2-40B4-BE49-F238E27FC236}">
                        <a16:creationId xmlns:a16="http://schemas.microsoft.com/office/drawing/2014/main" id="{9DC72BF5-AB8E-D2ED-BDC0-0DBDE1EA320E}"/>
                      </a:ext>
                    </a:extLst>
                  </p:cNvPr>
                  <p:cNvSpPr/>
                  <p:nvPr/>
                </p:nvSpPr>
                <p:spPr>
                  <a:xfrm>
                    <a:off x="2756589" y="5618336"/>
                    <a:ext cx="1563114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Matrix B (K, N)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7" name="자유형: 도형 596">
                    <a:extLst>
                      <a:ext uri="{FF2B5EF4-FFF2-40B4-BE49-F238E27FC236}">
                        <a16:creationId xmlns:a16="http://schemas.microsoft.com/office/drawing/2014/main" id="{DD5F3118-8E6F-6916-96AA-DA6E7882004C}"/>
                      </a:ext>
                    </a:extLst>
                  </p:cNvPr>
                  <p:cNvSpPr/>
                  <p:nvPr/>
                </p:nvSpPr>
                <p:spPr>
                  <a:xfrm>
                    <a:off x="2703515" y="3966815"/>
                    <a:ext cx="160174" cy="162446"/>
                  </a:xfrm>
                  <a:custGeom>
                    <a:avLst/>
                    <a:gdLst>
                      <a:gd name="csX0" fmla="*/ 0 w 191861"/>
                      <a:gd name="csY0" fmla="*/ 194582 h 194582"/>
                      <a:gd name="csX1" fmla="*/ 0 w 191861"/>
                      <a:gd name="csY1" fmla="*/ 0 h 194582"/>
                      <a:gd name="csX2" fmla="*/ 191861 w 191861"/>
                      <a:gd name="csY2" fmla="*/ 0 h 1945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91861" h="194582">
                        <a:moveTo>
                          <a:pt x="0" y="194582"/>
                        </a:moveTo>
                        <a:lnTo>
                          <a:pt x="0" y="0"/>
                        </a:lnTo>
                        <a:lnTo>
                          <a:pt x="191861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prstDash val="solid"/>
                    <a:headEnd type="arrow" w="sm" len="sm"/>
                    <a:tailEnd type="arrow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8" name="직사각형 597">
                    <a:extLst>
                      <a:ext uri="{FF2B5EF4-FFF2-40B4-BE49-F238E27FC236}">
                        <a16:creationId xmlns:a16="http://schemas.microsoft.com/office/drawing/2014/main" id="{8E55C93F-3E36-EE0F-D93D-515C54FA49E5}"/>
                      </a:ext>
                    </a:extLst>
                  </p:cNvPr>
                  <p:cNvSpPr/>
                  <p:nvPr/>
                </p:nvSpPr>
                <p:spPr>
                  <a:xfrm>
                    <a:off x="2516071" y="3981583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K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9" name="직사각형 598">
                    <a:extLst>
                      <a:ext uri="{FF2B5EF4-FFF2-40B4-BE49-F238E27FC236}">
                        <a16:creationId xmlns:a16="http://schemas.microsoft.com/office/drawing/2014/main" id="{D4123B4F-922C-B9AB-B157-FD0190FC5124}"/>
                      </a:ext>
                    </a:extLst>
                  </p:cNvPr>
                  <p:cNvSpPr/>
                  <p:nvPr/>
                </p:nvSpPr>
                <p:spPr>
                  <a:xfrm>
                    <a:off x="2681820" y="3804993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N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0" name="직사각형 599">
                    <a:extLst>
                      <a:ext uri="{FF2B5EF4-FFF2-40B4-BE49-F238E27FC236}">
                        <a16:creationId xmlns:a16="http://schemas.microsoft.com/office/drawing/2014/main" id="{AE0A3CA9-493C-EE39-5E29-B6C6953049A2}"/>
                      </a:ext>
                    </a:extLst>
                  </p:cNvPr>
                  <p:cNvSpPr/>
                  <p:nvPr/>
                </p:nvSpPr>
                <p:spPr>
                  <a:xfrm>
                    <a:off x="4804498" y="5620515"/>
                    <a:ext cx="1563114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Matrix C (M, N)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2" name="자유형: 도형 601">
                    <a:extLst>
                      <a:ext uri="{FF2B5EF4-FFF2-40B4-BE49-F238E27FC236}">
                        <a16:creationId xmlns:a16="http://schemas.microsoft.com/office/drawing/2014/main" id="{5D9550B2-BDB4-E71F-03BC-44FCA1086E07}"/>
                      </a:ext>
                    </a:extLst>
                  </p:cNvPr>
                  <p:cNvSpPr/>
                  <p:nvPr/>
                </p:nvSpPr>
                <p:spPr>
                  <a:xfrm>
                    <a:off x="4760092" y="3968994"/>
                    <a:ext cx="160174" cy="162446"/>
                  </a:xfrm>
                  <a:custGeom>
                    <a:avLst/>
                    <a:gdLst>
                      <a:gd name="csX0" fmla="*/ 0 w 191861"/>
                      <a:gd name="csY0" fmla="*/ 194582 h 194582"/>
                      <a:gd name="csX1" fmla="*/ 0 w 191861"/>
                      <a:gd name="csY1" fmla="*/ 0 h 194582"/>
                      <a:gd name="csX2" fmla="*/ 191861 w 191861"/>
                      <a:gd name="csY2" fmla="*/ 0 h 1945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91861" h="194582">
                        <a:moveTo>
                          <a:pt x="0" y="194582"/>
                        </a:moveTo>
                        <a:lnTo>
                          <a:pt x="0" y="0"/>
                        </a:lnTo>
                        <a:lnTo>
                          <a:pt x="191861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prstDash val="solid"/>
                    <a:headEnd type="arrow" w="sm" len="sm"/>
                    <a:tailEnd type="arrow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3" name="직사각형 602">
                    <a:extLst>
                      <a:ext uri="{FF2B5EF4-FFF2-40B4-BE49-F238E27FC236}">
                        <a16:creationId xmlns:a16="http://schemas.microsoft.com/office/drawing/2014/main" id="{03BA82E9-9BFB-4266-6876-254E64F72C20}"/>
                      </a:ext>
                    </a:extLst>
                  </p:cNvPr>
                  <p:cNvSpPr/>
                  <p:nvPr/>
                </p:nvSpPr>
                <p:spPr>
                  <a:xfrm>
                    <a:off x="4572648" y="3983762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" name="직사각형 603">
                    <a:extLst>
                      <a:ext uri="{FF2B5EF4-FFF2-40B4-BE49-F238E27FC236}">
                        <a16:creationId xmlns:a16="http://schemas.microsoft.com/office/drawing/2014/main" id="{A6D70049-8436-8F5A-35F2-9EE3E1A7B0B9}"/>
                      </a:ext>
                    </a:extLst>
                  </p:cNvPr>
                  <p:cNvSpPr/>
                  <p:nvPr/>
                </p:nvSpPr>
                <p:spPr>
                  <a:xfrm>
                    <a:off x="4738397" y="3807172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N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05" name="직사각형 604">
                        <a:extLst>
                          <a:ext uri="{FF2B5EF4-FFF2-40B4-BE49-F238E27FC236}">
                            <a16:creationId xmlns:a16="http://schemas.microsoft.com/office/drawing/2014/main" id="{E2CA06F2-17E7-2516-4238-AFA1FF7B21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52521" y="4613050"/>
                        <a:ext cx="498392" cy="363515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ko-KR" sz="1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</m:oMath>
                          </m:oMathPara>
                        </a14:m>
                        <a:endParaRPr/>
                      </a:p>
                    </p:txBody>
                  </p:sp>
                </mc:Choice>
                <mc:Fallback xmlns="">
                  <p:sp>
                    <p:nvSpPr>
                      <p:cNvPr id="605" name="직사각형 604">
                        <a:extLst>
                          <a:ext uri="{FF2B5EF4-FFF2-40B4-BE49-F238E27FC236}">
                            <a16:creationId xmlns:a16="http://schemas.microsoft.com/office/drawing/2014/main" id="{E2CA06F2-17E7-2516-4238-AFA1FF7B21D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252521" y="4613050"/>
                        <a:ext cx="498392" cy="36351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6667"/>
                        </a:stretch>
                      </a:blipFill>
                      <a:ln w="2540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06" name="직사각형 605">
                    <a:extLst>
                      <a:ext uri="{FF2B5EF4-FFF2-40B4-BE49-F238E27FC236}">
                        <a16:creationId xmlns:a16="http://schemas.microsoft.com/office/drawing/2014/main" id="{50C21148-D8ED-5222-1ECF-688262C29FEC}"/>
                      </a:ext>
                    </a:extLst>
                  </p:cNvPr>
                  <p:cNvSpPr/>
                  <p:nvPr/>
                </p:nvSpPr>
                <p:spPr>
                  <a:xfrm>
                    <a:off x="4308746" y="4615229"/>
                    <a:ext cx="498392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=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618" name="이등변 삼각형 617">
                  <a:extLst>
                    <a:ext uri="{FF2B5EF4-FFF2-40B4-BE49-F238E27FC236}">
                      <a16:creationId xmlns:a16="http://schemas.microsoft.com/office/drawing/2014/main" id="{07E68C17-4062-B3F9-E180-7912213415A7}"/>
                    </a:ext>
                  </a:extLst>
                </p:cNvPr>
                <p:cNvSpPr/>
                <p:nvPr/>
              </p:nvSpPr>
              <p:spPr>
                <a:xfrm rot="5400000">
                  <a:off x="5796202" y="4785382"/>
                  <a:ext cx="2176858" cy="216082"/>
                </a:xfrm>
                <a:prstGeom prst="triangle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06" name="그룹 805">
                  <a:extLst>
                    <a:ext uri="{FF2B5EF4-FFF2-40B4-BE49-F238E27FC236}">
                      <a16:creationId xmlns:a16="http://schemas.microsoft.com/office/drawing/2014/main" id="{471CA3E6-F472-C9EE-0DFF-807F7B0C314E}"/>
                    </a:ext>
                  </a:extLst>
                </p:cNvPr>
                <p:cNvGrpSpPr/>
                <p:nvPr/>
              </p:nvGrpSpPr>
              <p:grpSpPr>
                <a:xfrm>
                  <a:off x="6992672" y="3498352"/>
                  <a:ext cx="3034427" cy="2485292"/>
                  <a:chOff x="6807199" y="3498352"/>
                  <a:chExt cx="3034427" cy="2485292"/>
                </a:xfrm>
              </p:grpSpPr>
              <p:sp>
                <p:nvSpPr>
                  <p:cNvPr id="609" name="자유형: 도형 608">
                    <a:extLst>
                      <a:ext uri="{FF2B5EF4-FFF2-40B4-BE49-F238E27FC236}">
                        <a16:creationId xmlns:a16="http://schemas.microsoft.com/office/drawing/2014/main" id="{B93186E4-0807-EE48-21C5-C4C82282D88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593776" y="3702582"/>
                    <a:ext cx="1673862" cy="2170663"/>
                  </a:xfrm>
                  <a:custGeom>
                    <a:avLst/>
                    <a:gdLst>
                      <a:gd name="csX0" fmla="*/ 0 w 191861"/>
                      <a:gd name="csY0" fmla="*/ 194582 h 194582"/>
                      <a:gd name="csX1" fmla="*/ 0 w 191861"/>
                      <a:gd name="csY1" fmla="*/ 0 h 194582"/>
                      <a:gd name="csX2" fmla="*/ 191861 w 191861"/>
                      <a:gd name="csY2" fmla="*/ 0 h 1945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91861" h="194582">
                        <a:moveTo>
                          <a:pt x="0" y="194582"/>
                        </a:moveTo>
                        <a:lnTo>
                          <a:pt x="0" y="0"/>
                        </a:lnTo>
                        <a:lnTo>
                          <a:pt x="191861" y="0"/>
                        </a:lnTo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prstDash val="solid"/>
                    <a:headEnd type="arrow" w="sm" len="sm"/>
                    <a:tailEnd type="arrow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0" name="직사각형 609">
                    <a:extLst>
                      <a:ext uri="{FF2B5EF4-FFF2-40B4-BE49-F238E27FC236}">
                        <a16:creationId xmlns:a16="http://schemas.microsoft.com/office/drawing/2014/main" id="{3DB06714-4E1F-BA86-C4DC-5569003F1FD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798149" y="3572813"/>
                    <a:ext cx="622048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PEs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1" name="자유형: 도형 610">
                    <a:extLst>
                      <a:ext uri="{FF2B5EF4-FFF2-40B4-BE49-F238E27FC236}">
                        <a16:creationId xmlns:a16="http://schemas.microsoft.com/office/drawing/2014/main" id="{1EE77106-2C57-307C-BB2A-289189AEBCCD}"/>
                      </a:ext>
                    </a:extLst>
                  </p:cNvPr>
                  <p:cNvSpPr/>
                  <p:nvPr/>
                </p:nvSpPr>
                <p:spPr>
                  <a:xfrm flipH="1">
                    <a:off x="8897173" y="3965752"/>
                    <a:ext cx="283924" cy="1663434"/>
                  </a:xfrm>
                  <a:custGeom>
                    <a:avLst/>
                    <a:gdLst>
                      <a:gd name="csX0" fmla="*/ 0 w 0"/>
                      <a:gd name="csY0" fmla="*/ 0 h 2577737"/>
                      <a:gd name="csX1" fmla="*/ 0 w 0"/>
                      <a:gd name="csY1" fmla="*/ 2577737 h 257773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h="2577737">
                        <a:moveTo>
                          <a:pt x="0" y="0"/>
                        </a:moveTo>
                        <a:lnTo>
                          <a:pt x="0" y="2577737"/>
                        </a:lnTo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9" name="직사각형 638">
                    <a:extLst>
                      <a:ext uri="{FF2B5EF4-FFF2-40B4-BE49-F238E27FC236}">
                        <a16:creationId xmlns:a16="http://schemas.microsoft.com/office/drawing/2014/main" id="{B4B093CC-82B6-EF12-4595-185BB488C080}"/>
                      </a:ext>
                    </a:extLst>
                  </p:cNvPr>
                  <p:cNvSpPr/>
                  <p:nvPr/>
                </p:nvSpPr>
                <p:spPr>
                  <a:xfrm>
                    <a:off x="6807199" y="5201880"/>
                    <a:ext cx="538175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PE0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41" name="직사각형 640">
                    <a:extLst>
                      <a:ext uri="{FF2B5EF4-FFF2-40B4-BE49-F238E27FC236}">
                        <a16:creationId xmlns:a16="http://schemas.microsoft.com/office/drawing/2014/main" id="{986EBE06-62B8-ECDB-C5D1-304FC9945CF7}"/>
                      </a:ext>
                    </a:extLst>
                  </p:cNvPr>
                  <p:cNvSpPr/>
                  <p:nvPr/>
                </p:nvSpPr>
                <p:spPr>
                  <a:xfrm>
                    <a:off x="7524504" y="5323202"/>
                    <a:ext cx="376367" cy="230480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5400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A0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42" name="직사각형 641">
                    <a:extLst>
                      <a:ext uri="{FF2B5EF4-FFF2-40B4-BE49-F238E27FC236}">
                        <a16:creationId xmlns:a16="http://schemas.microsoft.com/office/drawing/2014/main" id="{6EEDE25E-4667-5C7F-3EE8-67ECEB5C7046}"/>
                      </a:ext>
                    </a:extLst>
                  </p:cNvPr>
                  <p:cNvSpPr/>
                  <p:nvPr/>
                </p:nvSpPr>
                <p:spPr>
                  <a:xfrm>
                    <a:off x="7933074" y="5323202"/>
                    <a:ext cx="376367" cy="230480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5400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B0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43" name="직사각형 642">
                    <a:extLst>
                      <a:ext uri="{FF2B5EF4-FFF2-40B4-BE49-F238E27FC236}">
                        <a16:creationId xmlns:a16="http://schemas.microsoft.com/office/drawing/2014/main" id="{31DDB904-EAE1-4C8E-4398-4A19650D85E6}"/>
                      </a:ext>
                    </a:extLst>
                  </p:cNvPr>
                  <p:cNvSpPr/>
                  <p:nvPr/>
                </p:nvSpPr>
                <p:spPr>
                  <a:xfrm>
                    <a:off x="8598187" y="5323202"/>
                    <a:ext cx="376367" cy="230480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C0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44" name="직사각형 643">
                    <a:extLst>
                      <a:ext uri="{FF2B5EF4-FFF2-40B4-BE49-F238E27FC236}">
                        <a16:creationId xmlns:a16="http://schemas.microsoft.com/office/drawing/2014/main" id="{740EF1C7-DBAD-4206-8B44-2B38A09FECAA}"/>
                      </a:ext>
                    </a:extLst>
                  </p:cNvPr>
                  <p:cNvSpPr/>
                  <p:nvPr/>
                </p:nvSpPr>
                <p:spPr>
                  <a:xfrm>
                    <a:off x="8346534" y="5323202"/>
                    <a:ext cx="214559" cy="230480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→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3" name="직사각형 632">
                    <a:extLst>
                      <a:ext uri="{FF2B5EF4-FFF2-40B4-BE49-F238E27FC236}">
                        <a16:creationId xmlns:a16="http://schemas.microsoft.com/office/drawing/2014/main" id="{CFA326D6-0482-58FC-3EDB-05EBE0D749DF}"/>
                      </a:ext>
                    </a:extLst>
                  </p:cNvPr>
                  <p:cNvSpPr/>
                  <p:nvPr/>
                </p:nvSpPr>
                <p:spPr>
                  <a:xfrm>
                    <a:off x="6807199" y="4813206"/>
                    <a:ext cx="538175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PE1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5" name="직사각형 634">
                    <a:extLst>
                      <a:ext uri="{FF2B5EF4-FFF2-40B4-BE49-F238E27FC236}">
                        <a16:creationId xmlns:a16="http://schemas.microsoft.com/office/drawing/2014/main" id="{A988338D-B933-0BF7-5EE2-72FB14E28D1A}"/>
                      </a:ext>
                    </a:extLst>
                  </p:cNvPr>
                  <p:cNvSpPr/>
                  <p:nvPr/>
                </p:nvSpPr>
                <p:spPr>
                  <a:xfrm>
                    <a:off x="7524504" y="4933296"/>
                    <a:ext cx="376367" cy="230480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5400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A0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6" name="직사각형 635">
                    <a:extLst>
                      <a:ext uri="{FF2B5EF4-FFF2-40B4-BE49-F238E27FC236}">
                        <a16:creationId xmlns:a16="http://schemas.microsoft.com/office/drawing/2014/main" id="{D565344E-5D5E-32F4-B58F-A65522DE3543}"/>
                      </a:ext>
                    </a:extLst>
                  </p:cNvPr>
                  <p:cNvSpPr/>
                  <p:nvPr/>
                </p:nvSpPr>
                <p:spPr>
                  <a:xfrm>
                    <a:off x="7933074" y="4933296"/>
                    <a:ext cx="376367" cy="230480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5400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B1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7" name="직사각형 636">
                    <a:extLst>
                      <a:ext uri="{FF2B5EF4-FFF2-40B4-BE49-F238E27FC236}">
                        <a16:creationId xmlns:a16="http://schemas.microsoft.com/office/drawing/2014/main" id="{014A456E-5303-B534-CC05-CE6999D8816D}"/>
                      </a:ext>
                    </a:extLst>
                  </p:cNvPr>
                  <p:cNvSpPr/>
                  <p:nvPr/>
                </p:nvSpPr>
                <p:spPr>
                  <a:xfrm>
                    <a:off x="8598187" y="4933296"/>
                    <a:ext cx="376367" cy="230480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C1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8" name="직사각형 637">
                    <a:extLst>
                      <a:ext uri="{FF2B5EF4-FFF2-40B4-BE49-F238E27FC236}">
                        <a16:creationId xmlns:a16="http://schemas.microsoft.com/office/drawing/2014/main" id="{DCA08546-EF99-10C1-2224-63585840981D}"/>
                      </a:ext>
                    </a:extLst>
                  </p:cNvPr>
                  <p:cNvSpPr/>
                  <p:nvPr/>
                </p:nvSpPr>
                <p:spPr>
                  <a:xfrm>
                    <a:off x="8346534" y="4933296"/>
                    <a:ext cx="214559" cy="230480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→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7" name="직사각형 626">
                    <a:extLst>
                      <a:ext uri="{FF2B5EF4-FFF2-40B4-BE49-F238E27FC236}">
                        <a16:creationId xmlns:a16="http://schemas.microsoft.com/office/drawing/2014/main" id="{E428BE24-8151-A3EC-647F-FC9EDA49E5E0}"/>
                      </a:ext>
                    </a:extLst>
                  </p:cNvPr>
                  <p:cNvSpPr/>
                  <p:nvPr/>
                </p:nvSpPr>
                <p:spPr>
                  <a:xfrm>
                    <a:off x="6807199" y="4424532"/>
                    <a:ext cx="538175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PE2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9" name="직사각형 628">
                    <a:extLst>
                      <a:ext uri="{FF2B5EF4-FFF2-40B4-BE49-F238E27FC236}">
                        <a16:creationId xmlns:a16="http://schemas.microsoft.com/office/drawing/2014/main" id="{F47DFB96-4B26-74B3-D7EB-34B1C792619B}"/>
                      </a:ext>
                    </a:extLst>
                  </p:cNvPr>
                  <p:cNvSpPr/>
                  <p:nvPr/>
                </p:nvSpPr>
                <p:spPr>
                  <a:xfrm>
                    <a:off x="7524504" y="4543390"/>
                    <a:ext cx="376367" cy="230480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5400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A0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0" name="직사각형 629">
                    <a:extLst>
                      <a:ext uri="{FF2B5EF4-FFF2-40B4-BE49-F238E27FC236}">
                        <a16:creationId xmlns:a16="http://schemas.microsoft.com/office/drawing/2014/main" id="{48FC58D0-9775-74B6-6277-97569EC9E4AB}"/>
                      </a:ext>
                    </a:extLst>
                  </p:cNvPr>
                  <p:cNvSpPr/>
                  <p:nvPr/>
                </p:nvSpPr>
                <p:spPr>
                  <a:xfrm>
                    <a:off x="7933074" y="4543390"/>
                    <a:ext cx="376367" cy="230480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5400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B2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1" name="직사각형 630">
                    <a:extLst>
                      <a:ext uri="{FF2B5EF4-FFF2-40B4-BE49-F238E27FC236}">
                        <a16:creationId xmlns:a16="http://schemas.microsoft.com/office/drawing/2014/main" id="{00521E60-0F50-45A8-EBB1-68AFBE52BD2C}"/>
                      </a:ext>
                    </a:extLst>
                  </p:cNvPr>
                  <p:cNvSpPr/>
                  <p:nvPr/>
                </p:nvSpPr>
                <p:spPr>
                  <a:xfrm>
                    <a:off x="8598187" y="4543390"/>
                    <a:ext cx="376367" cy="230480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C2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2" name="직사각형 631">
                    <a:extLst>
                      <a:ext uri="{FF2B5EF4-FFF2-40B4-BE49-F238E27FC236}">
                        <a16:creationId xmlns:a16="http://schemas.microsoft.com/office/drawing/2014/main" id="{EBE5369D-9F3C-A051-5DA0-FD1A642B8ADB}"/>
                      </a:ext>
                    </a:extLst>
                  </p:cNvPr>
                  <p:cNvSpPr/>
                  <p:nvPr/>
                </p:nvSpPr>
                <p:spPr>
                  <a:xfrm>
                    <a:off x="8346534" y="4543390"/>
                    <a:ext cx="214559" cy="230480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→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1" name="직사각형 620">
                    <a:extLst>
                      <a:ext uri="{FF2B5EF4-FFF2-40B4-BE49-F238E27FC236}">
                        <a16:creationId xmlns:a16="http://schemas.microsoft.com/office/drawing/2014/main" id="{AC17918B-6629-D21A-C769-63AC865C1E56}"/>
                      </a:ext>
                    </a:extLst>
                  </p:cNvPr>
                  <p:cNvSpPr/>
                  <p:nvPr/>
                </p:nvSpPr>
                <p:spPr>
                  <a:xfrm>
                    <a:off x="6807199" y="4035859"/>
                    <a:ext cx="538175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PE3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3" name="직사각형 622">
                    <a:extLst>
                      <a:ext uri="{FF2B5EF4-FFF2-40B4-BE49-F238E27FC236}">
                        <a16:creationId xmlns:a16="http://schemas.microsoft.com/office/drawing/2014/main" id="{8BD3A1F4-2CFF-AD8E-91E1-6382B12FC41F}"/>
                      </a:ext>
                    </a:extLst>
                  </p:cNvPr>
                  <p:cNvSpPr/>
                  <p:nvPr/>
                </p:nvSpPr>
                <p:spPr>
                  <a:xfrm>
                    <a:off x="7524504" y="4153485"/>
                    <a:ext cx="376367" cy="230480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5400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A0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4" name="직사각형 623">
                    <a:extLst>
                      <a:ext uri="{FF2B5EF4-FFF2-40B4-BE49-F238E27FC236}">
                        <a16:creationId xmlns:a16="http://schemas.microsoft.com/office/drawing/2014/main" id="{75664289-F562-C525-305C-C34290659077}"/>
                      </a:ext>
                    </a:extLst>
                  </p:cNvPr>
                  <p:cNvSpPr/>
                  <p:nvPr/>
                </p:nvSpPr>
                <p:spPr>
                  <a:xfrm>
                    <a:off x="7933074" y="4153485"/>
                    <a:ext cx="376367" cy="230480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5400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B3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5" name="직사각형 624">
                    <a:extLst>
                      <a:ext uri="{FF2B5EF4-FFF2-40B4-BE49-F238E27FC236}">
                        <a16:creationId xmlns:a16="http://schemas.microsoft.com/office/drawing/2014/main" id="{B8E43D0D-8AA1-8A1F-4ABD-62CBBC43FB6C}"/>
                      </a:ext>
                    </a:extLst>
                  </p:cNvPr>
                  <p:cNvSpPr/>
                  <p:nvPr/>
                </p:nvSpPr>
                <p:spPr>
                  <a:xfrm>
                    <a:off x="8598187" y="4153485"/>
                    <a:ext cx="376367" cy="230480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C3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6" name="직사각형 625">
                    <a:extLst>
                      <a:ext uri="{FF2B5EF4-FFF2-40B4-BE49-F238E27FC236}">
                        <a16:creationId xmlns:a16="http://schemas.microsoft.com/office/drawing/2014/main" id="{BF418194-FCF0-9785-376F-8725BDAFA0CF}"/>
                      </a:ext>
                    </a:extLst>
                  </p:cNvPr>
                  <p:cNvSpPr/>
                  <p:nvPr/>
                </p:nvSpPr>
                <p:spPr>
                  <a:xfrm>
                    <a:off x="8346534" y="4153485"/>
                    <a:ext cx="214559" cy="230480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→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6" name="직사각형 615">
                    <a:extLst>
                      <a:ext uri="{FF2B5EF4-FFF2-40B4-BE49-F238E27FC236}">
                        <a16:creationId xmlns:a16="http://schemas.microsoft.com/office/drawing/2014/main" id="{069572F6-451F-071D-E4D8-9802EC75841F}"/>
                      </a:ext>
                    </a:extLst>
                  </p:cNvPr>
                  <p:cNvSpPr/>
                  <p:nvPr/>
                </p:nvSpPr>
                <p:spPr>
                  <a:xfrm>
                    <a:off x="7980442" y="5624846"/>
                    <a:ext cx="538175" cy="223313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1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7" name="직사각형 616">
                    <a:extLst>
                      <a:ext uri="{FF2B5EF4-FFF2-40B4-BE49-F238E27FC236}">
                        <a16:creationId xmlns:a16="http://schemas.microsoft.com/office/drawing/2014/main" id="{AF6C78FB-49F8-FA89-C0FB-B9E36197207A}"/>
                      </a:ext>
                    </a:extLst>
                  </p:cNvPr>
                  <p:cNvSpPr/>
                  <p:nvPr/>
                </p:nvSpPr>
                <p:spPr>
                  <a:xfrm>
                    <a:off x="7491463" y="4111741"/>
                    <a:ext cx="440806" cy="1490763"/>
                  </a:xfrm>
                  <a:prstGeom prst="rect">
                    <a:avLst/>
                  </a:prstGeom>
                  <a:noFill/>
                  <a:ln w="25400">
                    <a:solidFill>
                      <a:srgbClr val="FF0000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9" name="직사각형 618">
                    <a:extLst>
                      <a:ext uri="{FF2B5EF4-FFF2-40B4-BE49-F238E27FC236}">
                        <a16:creationId xmlns:a16="http://schemas.microsoft.com/office/drawing/2014/main" id="{23F68EAE-73FB-43AB-EE9E-2145242FF025}"/>
                      </a:ext>
                    </a:extLst>
                  </p:cNvPr>
                  <p:cNvSpPr/>
                  <p:nvPr/>
                </p:nvSpPr>
                <p:spPr>
                  <a:xfrm>
                    <a:off x="7314205" y="3667767"/>
                    <a:ext cx="1042387" cy="439802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Spatial Reuse</a:t>
                    </a:r>
                  </a:p>
                  <a:p>
                    <a:pPr algn="ctr"/>
                    <a:r>
                      <a:rPr lang="en-US" altLang="ko-KR" sz="11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(Multicast)</a:t>
                    </a:r>
                    <a:endParaRPr lang="ko-KR" altLang="en-US" sz="11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0" name="직사각형 619">
                    <a:extLst>
                      <a:ext uri="{FF2B5EF4-FFF2-40B4-BE49-F238E27FC236}">
                        <a16:creationId xmlns:a16="http://schemas.microsoft.com/office/drawing/2014/main" id="{CBE809E4-E23D-E37B-D6BF-07F248CFF9D5}"/>
                      </a:ext>
                    </a:extLst>
                  </p:cNvPr>
                  <p:cNvSpPr/>
                  <p:nvPr/>
                </p:nvSpPr>
                <p:spPr>
                  <a:xfrm>
                    <a:off x="8799849" y="5620129"/>
                    <a:ext cx="1041777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Time Step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589" name="직사각형 588">
                <a:extLst>
                  <a:ext uri="{FF2B5EF4-FFF2-40B4-BE49-F238E27FC236}">
                    <a16:creationId xmlns:a16="http://schemas.microsoft.com/office/drawing/2014/main" id="{059DDDC5-4FB5-7863-7FC9-405FB15B7234}"/>
                  </a:ext>
                </a:extLst>
              </p:cNvPr>
              <p:cNvSpPr/>
              <p:nvPr/>
            </p:nvSpPr>
            <p:spPr>
              <a:xfrm>
                <a:off x="4664968" y="5949280"/>
                <a:ext cx="1563114" cy="363515"/>
              </a:xfrm>
              <a:prstGeom prst="rect">
                <a:avLst/>
              </a:prstGeom>
              <a:noFill/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(b)</a:t>
                </a:r>
                <a:endParaRPr lang="ko-KR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17" name="그룹 816">
              <a:extLst>
                <a:ext uri="{FF2B5EF4-FFF2-40B4-BE49-F238E27FC236}">
                  <a16:creationId xmlns:a16="http://schemas.microsoft.com/office/drawing/2014/main" id="{1979B3DB-C499-D965-C1A0-86ED91BA38D8}"/>
                </a:ext>
              </a:extLst>
            </p:cNvPr>
            <p:cNvGrpSpPr/>
            <p:nvPr/>
          </p:nvGrpSpPr>
          <p:grpSpPr>
            <a:xfrm>
              <a:off x="-73992" y="6292774"/>
              <a:ext cx="10090729" cy="2814445"/>
              <a:chOff x="306361" y="6300907"/>
              <a:chExt cx="10090729" cy="2814445"/>
            </a:xfrm>
          </p:grpSpPr>
          <p:sp>
            <p:nvSpPr>
              <p:cNvPr id="703" name="직사각형 702">
                <a:extLst>
                  <a:ext uri="{FF2B5EF4-FFF2-40B4-BE49-F238E27FC236}">
                    <a16:creationId xmlns:a16="http://schemas.microsoft.com/office/drawing/2014/main" id="{3DBBD1F0-AF2F-C229-06A6-16A6F1E95131}"/>
                  </a:ext>
                </a:extLst>
              </p:cNvPr>
              <p:cNvSpPr/>
              <p:nvPr/>
            </p:nvSpPr>
            <p:spPr>
              <a:xfrm>
                <a:off x="4664968" y="8751837"/>
                <a:ext cx="1563114" cy="363515"/>
              </a:xfrm>
              <a:prstGeom prst="rect">
                <a:avLst/>
              </a:prstGeom>
              <a:noFill/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(c)</a:t>
                </a:r>
                <a:endParaRPr lang="ko-KR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14" name="그룹 813">
                <a:extLst>
                  <a:ext uri="{FF2B5EF4-FFF2-40B4-BE49-F238E27FC236}">
                    <a16:creationId xmlns:a16="http://schemas.microsoft.com/office/drawing/2014/main" id="{A531F8A2-A7C2-74AE-477F-0FC557D5F484}"/>
                  </a:ext>
                </a:extLst>
              </p:cNvPr>
              <p:cNvGrpSpPr/>
              <p:nvPr/>
            </p:nvGrpSpPr>
            <p:grpSpPr>
              <a:xfrm>
                <a:off x="306361" y="6300907"/>
                <a:ext cx="10090729" cy="2485680"/>
                <a:chOff x="306361" y="6300907"/>
                <a:chExt cx="10090729" cy="2485680"/>
              </a:xfrm>
            </p:grpSpPr>
            <p:sp>
              <p:nvSpPr>
                <p:cNvPr id="700" name="이등변 삼각형 699">
                  <a:extLst>
                    <a:ext uri="{FF2B5EF4-FFF2-40B4-BE49-F238E27FC236}">
                      <a16:creationId xmlns:a16="http://schemas.microsoft.com/office/drawing/2014/main" id="{903E2376-3815-6289-E876-375282F24E91}"/>
                    </a:ext>
                  </a:extLst>
                </p:cNvPr>
                <p:cNvSpPr/>
                <p:nvPr/>
              </p:nvSpPr>
              <p:spPr>
                <a:xfrm rot="5400000">
                  <a:off x="5687157" y="7478894"/>
                  <a:ext cx="2394948" cy="216082"/>
                </a:xfrm>
                <a:prstGeom prst="triangle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11" name="그룹 810">
                  <a:extLst>
                    <a:ext uri="{FF2B5EF4-FFF2-40B4-BE49-F238E27FC236}">
                      <a16:creationId xmlns:a16="http://schemas.microsoft.com/office/drawing/2014/main" id="{4E74FFDC-9415-A55C-6D65-683087418B9F}"/>
                    </a:ext>
                  </a:extLst>
                </p:cNvPr>
                <p:cNvGrpSpPr/>
                <p:nvPr/>
              </p:nvGrpSpPr>
              <p:grpSpPr>
                <a:xfrm>
                  <a:off x="306361" y="6300907"/>
                  <a:ext cx="6284166" cy="2485680"/>
                  <a:chOff x="84640" y="6300907"/>
                  <a:chExt cx="6284166" cy="2485680"/>
                </a:xfrm>
              </p:grpSpPr>
              <p:sp>
                <p:nvSpPr>
                  <p:cNvPr id="728" name="직사각형 727">
                    <a:extLst>
                      <a:ext uri="{FF2B5EF4-FFF2-40B4-BE49-F238E27FC236}">
                        <a16:creationId xmlns:a16="http://schemas.microsoft.com/office/drawing/2014/main" id="{45703022-D3B4-FFF9-3EBA-6F9EAEC5C1A0}"/>
                      </a:ext>
                    </a:extLst>
                  </p:cNvPr>
                  <p:cNvSpPr/>
                  <p:nvPr/>
                </p:nvSpPr>
                <p:spPr>
                  <a:xfrm>
                    <a:off x="316490" y="6815807"/>
                    <a:ext cx="1563114" cy="1563114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34" name="직사각형 733">
                    <a:extLst>
                      <a:ext uri="{FF2B5EF4-FFF2-40B4-BE49-F238E27FC236}">
                        <a16:creationId xmlns:a16="http://schemas.microsoft.com/office/drawing/2014/main" id="{AE3D1349-1BE8-719A-4D3C-F2069740B159}"/>
                      </a:ext>
                    </a:extLst>
                  </p:cNvPr>
                  <p:cNvSpPr/>
                  <p:nvPr/>
                </p:nvSpPr>
                <p:spPr>
                  <a:xfrm>
                    <a:off x="352921" y="6853670"/>
                    <a:ext cx="349622" cy="1488024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5400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A0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35" name="직사각형 734">
                    <a:extLst>
                      <a:ext uri="{FF2B5EF4-FFF2-40B4-BE49-F238E27FC236}">
                        <a16:creationId xmlns:a16="http://schemas.microsoft.com/office/drawing/2014/main" id="{612E64E7-57CD-9245-4C4D-AD012D53976F}"/>
                      </a:ext>
                    </a:extLst>
                  </p:cNvPr>
                  <p:cNvSpPr/>
                  <p:nvPr/>
                </p:nvSpPr>
                <p:spPr>
                  <a:xfrm>
                    <a:off x="732956" y="6853670"/>
                    <a:ext cx="349621" cy="1488024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5400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A1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36" name="직사각형 735">
                    <a:extLst>
                      <a:ext uri="{FF2B5EF4-FFF2-40B4-BE49-F238E27FC236}">
                        <a16:creationId xmlns:a16="http://schemas.microsoft.com/office/drawing/2014/main" id="{96DDA416-712B-DD33-6F98-BB2C88DCD22A}"/>
                      </a:ext>
                    </a:extLst>
                  </p:cNvPr>
                  <p:cNvSpPr/>
                  <p:nvPr/>
                </p:nvSpPr>
                <p:spPr>
                  <a:xfrm>
                    <a:off x="1112990" y="6853670"/>
                    <a:ext cx="349621" cy="1488024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5400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A2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37" name="직사각형 736">
                    <a:extLst>
                      <a:ext uri="{FF2B5EF4-FFF2-40B4-BE49-F238E27FC236}">
                        <a16:creationId xmlns:a16="http://schemas.microsoft.com/office/drawing/2014/main" id="{66A65D99-D2D8-1295-596B-974CB1C8DA6D}"/>
                      </a:ext>
                    </a:extLst>
                  </p:cNvPr>
                  <p:cNvSpPr/>
                  <p:nvPr/>
                </p:nvSpPr>
                <p:spPr>
                  <a:xfrm>
                    <a:off x="1493025" y="6853670"/>
                    <a:ext cx="349621" cy="1488024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5400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A3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6" name="자유형: 도형 775">
                    <a:extLst>
                      <a:ext uri="{FF2B5EF4-FFF2-40B4-BE49-F238E27FC236}">
                        <a16:creationId xmlns:a16="http://schemas.microsoft.com/office/drawing/2014/main" id="{C65FD095-7829-5A53-7D1E-1D375418A2A1}"/>
                      </a:ext>
                    </a:extLst>
                  </p:cNvPr>
                  <p:cNvSpPr/>
                  <p:nvPr/>
                </p:nvSpPr>
                <p:spPr>
                  <a:xfrm>
                    <a:off x="4384332" y="6770147"/>
                    <a:ext cx="160001" cy="162271"/>
                  </a:xfrm>
                  <a:custGeom>
                    <a:avLst/>
                    <a:gdLst>
                      <a:gd name="csX0" fmla="*/ 0 w 191861"/>
                      <a:gd name="csY0" fmla="*/ 194582 h 194582"/>
                      <a:gd name="csX1" fmla="*/ 0 w 191861"/>
                      <a:gd name="csY1" fmla="*/ 0 h 194582"/>
                      <a:gd name="csX2" fmla="*/ 191861 w 191861"/>
                      <a:gd name="csY2" fmla="*/ 0 h 1945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91861" h="194582">
                        <a:moveTo>
                          <a:pt x="0" y="194582"/>
                        </a:moveTo>
                        <a:lnTo>
                          <a:pt x="0" y="0"/>
                        </a:lnTo>
                        <a:lnTo>
                          <a:pt x="191861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prstDash val="solid"/>
                    <a:headEnd type="arrow" w="sm" len="sm"/>
                    <a:tailEnd type="arrow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7" name="직사각형 776">
                    <a:extLst>
                      <a:ext uri="{FF2B5EF4-FFF2-40B4-BE49-F238E27FC236}">
                        <a16:creationId xmlns:a16="http://schemas.microsoft.com/office/drawing/2014/main" id="{23A1AC10-0449-655C-6833-4BF8674F9B11}"/>
                      </a:ext>
                    </a:extLst>
                  </p:cNvPr>
                  <p:cNvSpPr/>
                  <p:nvPr/>
                </p:nvSpPr>
                <p:spPr>
                  <a:xfrm>
                    <a:off x="4197090" y="6784899"/>
                    <a:ext cx="164315" cy="145832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8" name="직사각형 777">
                    <a:extLst>
                      <a:ext uri="{FF2B5EF4-FFF2-40B4-BE49-F238E27FC236}">
                        <a16:creationId xmlns:a16="http://schemas.microsoft.com/office/drawing/2014/main" id="{132F9BAE-61D8-26C9-AF6C-AAA423EA92A6}"/>
                      </a:ext>
                    </a:extLst>
                  </p:cNvPr>
                  <p:cNvSpPr/>
                  <p:nvPr/>
                </p:nvSpPr>
                <p:spPr>
                  <a:xfrm>
                    <a:off x="4503549" y="6608499"/>
                    <a:ext cx="164315" cy="145832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N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0" name="자유형: 도형 779">
                    <a:extLst>
                      <a:ext uri="{FF2B5EF4-FFF2-40B4-BE49-F238E27FC236}">
                        <a16:creationId xmlns:a16="http://schemas.microsoft.com/office/drawing/2014/main" id="{28DFD136-AFDC-003A-560E-7D9765CF49A9}"/>
                      </a:ext>
                    </a:extLst>
                  </p:cNvPr>
                  <p:cNvSpPr/>
                  <p:nvPr/>
                </p:nvSpPr>
                <p:spPr>
                  <a:xfrm>
                    <a:off x="4384473" y="6671323"/>
                    <a:ext cx="98346" cy="98346"/>
                  </a:xfrm>
                  <a:custGeom>
                    <a:avLst/>
                    <a:gdLst>
                      <a:gd name="csX0" fmla="*/ 0 w 117929"/>
                      <a:gd name="csY0" fmla="*/ 117929 h 117929"/>
                      <a:gd name="csX1" fmla="*/ 117929 w 117929"/>
                      <a:gd name="csY1" fmla="*/ 0 h 1179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17929" h="117929">
                        <a:moveTo>
                          <a:pt x="0" y="117929"/>
                        </a:moveTo>
                        <a:lnTo>
                          <a:pt x="117929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prstDash val="solid"/>
                    <a:tailEnd type="arrow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1" name="직사각형 780">
                    <a:extLst>
                      <a:ext uri="{FF2B5EF4-FFF2-40B4-BE49-F238E27FC236}">
                        <a16:creationId xmlns:a16="http://schemas.microsoft.com/office/drawing/2014/main" id="{C6618021-8022-C67B-8635-8279E278AB8B}"/>
                      </a:ext>
                    </a:extLst>
                  </p:cNvPr>
                  <p:cNvSpPr/>
                  <p:nvPr/>
                </p:nvSpPr>
                <p:spPr>
                  <a:xfrm>
                    <a:off x="4302245" y="6542422"/>
                    <a:ext cx="164315" cy="145832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K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787" name="그룹 786">
                    <a:extLst>
                      <a:ext uri="{FF2B5EF4-FFF2-40B4-BE49-F238E27FC236}">
                        <a16:creationId xmlns:a16="http://schemas.microsoft.com/office/drawing/2014/main" id="{CC7DE475-80B6-7382-9CFF-2930B0E557BF}"/>
                      </a:ext>
                    </a:extLst>
                  </p:cNvPr>
                  <p:cNvGrpSpPr/>
                  <p:nvPr/>
                </p:nvGrpSpPr>
                <p:grpSpPr>
                  <a:xfrm>
                    <a:off x="4428690" y="6412605"/>
                    <a:ext cx="1940116" cy="1965356"/>
                    <a:chOff x="4813084" y="3595425"/>
                    <a:chExt cx="2051260" cy="2077946"/>
                  </a:xfrm>
                </p:grpSpPr>
                <p:sp>
                  <p:nvSpPr>
                    <p:cNvPr id="775" name="직사각형 774">
                      <a:extLst>
                        <a:ext uri="{FF2B5EF4-FFF2-40B4-BE49-F238E27FC236}">
                          <a16:creationId xmlns:a16="http://schemas.microsoft.com/office/drawing/2014/main" id="{84D212A4-F96C-DD65-34C4-6BDF1C8C39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13084" y="4111942"/>
                      <a:ext cx="1561428" cy="1561429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 w="2540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79" name="직사각형 778">
                      <a:extLst>
                        <a:ext uri="{FF2B5EF4-FFF2-40B4-BE49-F238E27FC236}">
                          <a16:creationId xmlns:a16="http://schemas.microsoft.com/office/drawing/2014/main" id="{255A3509-C9FA-0788-6E97-FC2F85410C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56170" y="4153225"/>
                      <a:ext cx="1484112" cy="1482418"/>
                    </a:xfrm>
                    <a:prstGeom prst="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bIns="10800" rtlCol="0" anchor="b"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82" name="직사각형 781">
                      <a:extLst>
                        <a:ext uri="{FF2B5EF4-FFF2-40B4-BE49-F238E27FC236}">
                          <a16:creationId xmlns:a16="http://schemas.microsoft.com/office/drawing/2014/main" id="{42237DC0-7B71-0BEE-2C5F-8B5E5DED72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30857" y="3967291"/>
                      <a:ext cx="1484112" cy="1482418"/>
                    </a:xfrm>
                    <a:prstGeom prst="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bIns="10800" rtlCol="0" anchor="b"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83" name="직사각형 782">
                      <a:extLst>
                        <a:ext uri="{FF2B5EF4-FFF2-40B4-BE49-F238E27FC236}">
                          <a16:creationId xmlns:a16="http://schemas.microsoft.com/office/drawing/2014/main" id="{C26CEC0E-EE10-AF4F-4D7D-6072547670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5544" y="3781358"/>
                      <a:ext cx="1484112" cy="1482418"/>
                    </a:xfrm>
                    <a:prstGeom prst="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bIns="10800" rtlCol="0" anchor="b"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84" name="직사각형 783">
                      <a:extLst>
                        <a:ext uri="{FF2B5EF4-FFF2-40B4-BE49-F238E27FC236}">
                          <a16:creationId xmlns:a16="http://schemas.microsoft.com/office/drawing/2014/main" id="{6309E6C3-38C6-C4CA-41C1-A03ADC37F4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0232" y="3595425"/>
                      <a:ext cx="1484112" cy="1482418"/>
                    </a:xfrm>
                    <a:prstGeom prst="rect">
                      <a:avLst/>
                    </a:prstGeom>
                    <a:solidFill>
                      <a:schemeClr val="accent4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730" name="직사각형 729">
                    <a:extLst>
                      <a:ext uri="{FF2B5EF4-FFF2-40B4-BE49-F238E27FC236}">
                        <a16:creationId xmlns:a16="http://schemas.microsoft.com/office/drawing/2014/main" id="{11581A58-8E9E-4A83-1884-68053256C6C4}"/>
                      </a:ext>
                    </a:extLst>
                  </p:cNvPr>
                  <p:cNvSpPr/>
                  <p:nvPr/>
                </p:nvSpPr>
                <p:spPr>
                  <a:xfrm>
                    <a:off x="2373621" y="6811586"/>
                    <a:ext cx="1567334" cy="1567334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31" name="왼쪽 중괄호 730">
                    <a:extLst>
                      <a:ext uri="{FF2B5EF4-FFF2-40B4-BE49-F238E27FC236}">
                        <a16:creationId xmlns:a16="http://schemas.microsoft.com/office/drawing/2014/main" id="{EAD1B529-E0B5-0E69-5AE7-C0473D8EBF4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984677" y="6128898"/>
                    <a:ext cx="201582" cy="1137644"/>
                  </a:xfrm>
                  <a:prstGeom prst="leftBrace">
                    <a:avLst>
                      <a:gd name="adj1" fmla="val 61072"/>
                      <a:gd name="adj2" fmla="val 50000"/>
                    </a:avLst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32" name="직사각형 731">
                        <a:extLst>
                          <a:ext uri="{FF2B5EF4-FFF2-40B4-BE49-F238E27FC236}">
                            <a16:creationId xmlns:a16="http://schemas.microsoft.com/office/drawing/2014/main" id="{91479B69-457E-E6F0-4AE8-8A6F72E8E8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6591" y="6300907"/>
                        <a:ext cx="502072" cy="364496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ko-KR" sz="1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  <a:cs typeface="Times New Roman" panose="02020603050405020304" pitchFamily="18" charset="0"/>
                                </a:rPr>
                                <m:t>𝑺</m:t>
                              </m:r>
                              <m:sSub>
                                <m:sSubPr>
                                  <m:ctrlPr>
                                    <a:rPr lang="en-US" altLang="ko-KR" sz="11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altLang="ko-KR" sz="11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ko-KR" altLang="en-US" sz="11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나눔스퀘어" panose="020B0600000101010101" pitchFamily="50" charset="-127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32" name="직사각형 731">
                        <a:extLst>
                          <a:ext uri="{FF2B5EF4-FFF2-40B4-BE49-F238E27FC236}">
                            <a16:creationId xmlns:a16="http://schemas.microsoft.com/office/drawing/2014/main" id="{91479B69-457E-E6F0-4AE8-8A6F72E8E88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36591" y="6300907"/>
                        <a:ext cx="502072" cy="364496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  <a:ln w="2540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76" name="직사각형 675">
                    <a:extLst>
                      <a:ext uri="{FF2B5EF4-FFF2-40B4-BE49-F238E27FC236}">
                        <a16:creationId xmlns:a16="http://schemas.microsoft.com/office/drawing/2014/main" id="{E11A7E62-F59A-5BAC-E1F0-85D8176C9CDF}"/>
                      </a:ext>
                    </a:extLst>
                  </p:cNvPr>
                  <p:cNvSpPr/>
                  <p:nvPr/>
                </p:nvSpPr>
                <p:spPr>
                  <a:xfrm>
                    <a:off x="316490" y="8420893"/>
                    <a:ext cx="1563114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Matrix A (M, K)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8" name="자유형: 도형 677">
                    <a:extLst>
                      <a:ext uri="{FF2B5EF4-FFF2-40B4-BE49-F238E27FC236}">
                        <a16:creationId xmlns:a16="http://schemas.microsoft.com/office/drawing/2014/main" id="{96ED21D7-522D-3E74-F1BB-B5D102532132}"/>
                      </a:ext>
                    </a:extLst>
                  </p:cNvPr>
                  <p:cNvSpPr/>
                  <p:nvPr/>
                </p:nvSpPr>
                <p:spPr>
                  <a:xfrm>
                    <a:off x="272084" y="6769372"/>
                    <a:ext cx="160174" cy="162446"/>
                  </a:xfrm>
                  <a:custGeom>
                    <a:avLst/>
                    <a:gdLst>
                      <a:gd name="csX0" fmla="*/ 0 w 191861"/>
                      <a:gd name="csY0" fmla="*/ 194582 h 194582"/>
                      <a:gd name="csX1" fmla="*/ 0 w 191861"/>
                      <a:gd name="csY1" fmla="*/ 0 h 194582"/>
                      <a:gd name="csX2" fmla="*/ 191861 w 191861"/>
                      <a:gd name="csY2" fmla="*/ 0 h 1945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91861" h="194582">
                        <a:moveTo>
                          <a:pt x="0" y="194582"/>
                        </a:moveTo>
                        <a:lnTo>
                          <a:pt x="0" y="0"/>
                        </a:lnTo>
                        <a:lnTo>
                          <a:pt x="191861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prstDash val="solid"/>
                    <a:headEnd type="arrow" w="sm" len="sm"/>
                    <a:tailEnd type="arrow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9" name="직사각형 678">
                    <a:extLst>
                      <a:ext uri="{FF2B5EF4-FFF2-40B4-BE49-F238E27FC236}">
                        <a16:creationId xmlns:a16="http://schemas.microsoft.com/office/drawing/2014/main" id="{28D53B5D-B6AB-C7AC-E110-BC361EDD57B7}"/>
                      </a:ext>
                    </a:extLst>
                  </p:cNvPr>
                  <p:cNvSpPr/>
                  <p:nvPr/>
                </p:nvSpPr>
                <p:spPr>
                  <a:xfrm>
                    <a:off x="84640" y="6784140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0" name="직사각형 679">
                    <a:extLst>
                      <a:ext uri="{FF2B5EF4-FFF2-40B4-BE49-F238E27FC236}">
                        <a16:creationId xmlns:a16="http://schemas.microsoft.com/office/drawing/2014/main" id="{330CC57A-9B09-C6DF-DA08-5228FC33AA03}"/>
                      </a:ext>
                    </a:extLst>
                  </p:cNvPr>
                  <p:cNvSpPr/>
                  <p:nvPr/>
                </p:nvSpPr>
                <p:spPr>
                  <a:xfrm>
                    <a:off x="250389" y="6607550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K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1" name="직사각형 680">
                    <a:extLst>
                      <a:ext uri="{FF2B5EF4-FFF2-40B4-BE49-F238E27FC236}">
                        <a16:creationId xmlns:a16="http://schemas.microsoft.com/office/drawing/2014/main" id="{097F92B1-8D58-74DB-6FAF-83111A9603AE}"/>
                      </a:ext>
                    </a:extLst>
                  </p:cNvPr>
                  <p:cNvSpPr/>
                  <p:nvPr/>
                </p:nvSpPr>
                <p:spPr>
                  <a:xfrm>
                    <a:off x="2381031" y="8420893"/>
                    <a:ext cx="1563114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Matrix B (K, N)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2" name="자유형: 도형 681">
                    <a:extLst>
                      <a:ext uri="{FF2B5EF4-FFF2-40B4-BE49-F238E27FC236}">
                        <a16:creationId xmlns:a16="http://schemas.microsoft.com/office/drawing/2014/main" id="{59A58BD7-34C7-0058-52B6-57167FDDC040}"/>
                      </a:ext>
                    </a:extLst>
                  </p:cNvPr>
                  <p:cNvSpPr/>
                  <p:nvPr/>
                </p:nvSpPr>
                <p:spPr>
                  <a:xfrm>
                    <a:off x="2327957" y="6769372"/>
                    <a:ext cx="160174" cy="162446"/>
                  </a:xfrm>
                  <a:custGeom>
                    <a:avLst/>
                    <a:gdLst>
                      <a:gd name="csX0" fmla="*/ 0 w 191861"/>
                      <a:gd name="csY0" fmla="*/ 194582 h 194582"/>
                      <a:gd name="csX1" fmla="*/ 0 w 191861"/>
                      <a:gd name="csY1" fmla="*/ 0 h 194582"/>
                      <a:gd name="csX2" fmla="*/ 191861 w 191861"/>
                      <a:gd name="csY2" fmla="*/ 0 h 1945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91861" h="194582">
                        <a:moveTo>
                          <a:pt x="0" y="194582"/>
                        </a:moveTo>
                        <a:lnTo>
                          <a:pt x="0" y="0"/>
                        </a:lnTo>
                        <a:lnTo>
                          <a:pt x="191861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prstDash val="solid"/>
                    <a:headEnd type="arrow" w="sm" len="sm"/>
                    <a:tailEnd type="arrow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3" name="직사각형 682">
                    <a:extLst>
                      <a:ext uri="{FF2B5EF4-FFF2-40B4-BE49-F238E27FC236}">
                        <a16:creationId xmlns:a16="http://schemas.microsoft.com/office/drawing/2014/main" id="{D4BFBBFC-B9AE-1D35-A5C0-EB8DD02776BA}"/>
                      </a:ext>
                    </a:extLst>
                  </p:cNvPr>
                  <p:cNvSpPr/>
                  <p:nvPr/>
                </p:nvSpPr>
                <p:spPr>
                  <a:xfrm>
                    <a:off x="2140513" y="6784140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K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4" name="직사각형 683">
                    <a:extLst>
                      <a:ext uri="{FF2B5EF4-FFF2-40B4-BE49-F238E27FC236}">
                        <a16:creationId xmlns:a16="http://schemas.microsoft.com/office/drawing/2014/main" id="{1B5F466B-102B-2A4D-F753-9454DD38DC44}"/>
                      </a:ext>
                    </a:extLst>
                  </p:cNvPr>
                  <p:cNvSpPr/>
                  <p:nvPr/>
                </p:nvSpPr>
                <p:spPr>
                  <a:xfrm>
                    <a:off x="2306262" y="6607550"/>
                    <a:ext cx="164493" cy="145989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N</a:t>
                    </a:r>
                    <a:endParaRPr lang="ko-KR" altLang="en-US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5" name="직사각형 684">
                    <a:extLst>
                      <a:ext uri="{FF2B5EF4-FFF2-40B4-BE49-F238E27FC236}">
                        <a16:creationId xmlns:a16="http://schemas.microsoft.com/office/drawing/2014/main" id="{2B775643-6A30-08D6-264A-EC36CC79357F}"/>
                      </a:ext>
                    </a:extLst>
                  </p:cNvPr>
                  <p:cNvSpPr/>
                  <p:nvPr/>
                </p:nvSpPr>
                <p:spPr>
                  <a:xfrm>
                    <a:off x="4428940" y="8423072"/>
                    <a:ext cx="1563114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Matrix C (M, N)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89" name="직사각형 688">
                        <a:extLst>
                          <a:ext uri="{FF2B5EF4-FFF2-40B4-BE49-F238E27FC236}">
                            <a16:creationId xmlns:a16="http://schemas.microsoft.com/office/drawing/2014/main" id="{6BCF370E-9FBA-349C-92C2-7CFE220649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76963" y="7415607"/>
                        <a:ext cx="498392" cy="363515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ko-KR" sz="1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</m:oMath>
                          </m:oMathPara>
                        </a14:m>
                        <a:endParaRPr/>
                      </a:p>
                    </p:txBody>
                  </p:sp>
                </mc:Choice>
                <mc:Fallback xmlns="">
                  <p:sp>
                    <p:nvSpPr>
                      <p:cNvPr id="689" name="직사각형 688">
                        <a:extLst>
                          <a:ext uri="{FF2B5EF4-FFF2-40B4-BE49-F238E27FC236}">
                            <a16:creationId xmlns:a16="http://schemas.microsoft.com/office/drawing/2014/main" id="{6BCF370E-9FBA-349C-92C2-7CFE2206496E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76963" y="7415607"/>
                        <a:ext cx="498392" cy="363515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8333"/>
                        </a:stretch>
                      </a:blipFill>
                      <a:ln w="2540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90" name="직사각형 689">
                    <a:extLst>
                      <a:ext uri="{FF2B5EF4-FFF2-40B4-BE49-F238E27FC236}">
                        <a16:creationId xmlns:a16="http://schemas.microsoft.com/office/drawing/2014/main" id="{A34A5D83-8D4B-D06A-25C7-84FA266D73E2}"/>
                      </a:ext>
                    </a:extLst>
                  </p:cNvPr>
                  <p:cNvSpPr/>
                  <p:nvPr/>
                </p:nvSpPr>
                <p:spPr>
                  <a:xfrm>
                    <a:off x="3933188" y="7417786"/>
                    <a:ext cx="498392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=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767" name="그룹 766">
                    <a:extLst>
                      <a:ext uri="{FF2B5EF4-FFF2-40B4-BE49-F238E27FC236}">
                        <a16:creationId xmlns:a16="http://schemas.microsoft.com/office/drawing/2014/main" id="{3F29888E-062D-0D7E-B1A5-1CB9787D6B5F}"/>
                      </a:ext>
                    </a:extLst>
                  </p:cNvPr>
                  <p:cNvGrpSpPr/>
                  <p:nvPr/>
                </p:nvGrpSpPr>
                <p:grpSpPr>
                  <a:xfrm>
                    <a:off x="2429790" y="6848227"/>
                    <a:ext cx="1471305" cy="1484017"/>
                    <a:chOff x="746789" y="1361829"/>
                    <a:chExt cx="1471305" cy="1484017"/>
                  </a:xfrm>
                </p:grpSpPr>
                <p:sp>
                  <p:nvSpPr>
                    <p:cNvPr id="768" name="직사각형 767">
                      <a:extLst>
                        <a:ext uri="{FF2B5EF4-FFF2-40B4-BE49-F238E27FC236}">
                          <a16:creationId xmlns:a16="http://schemas.microsoft.com/office/drawing/2014/main" id="{2C0EF578-5716-A3D4-5817-86C71CD9DD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789" y="1361829"/>
                      <a:ext cx="1471305" cy="337922"/>
                    </a:xfrm>
                    <a:prstGeom prst="rect">
                      <a:avLst/>
                    </a:prstGeom>
                    <a:solidFill>
                      <a:schemeClr val="accent3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69" name="직사각형 768">
                      <a:extLst>
                        <a:ext uri="{FF2B5EF4-FFF2-40B4-BE49-F238E27FC236}">
                          <a16:creationId xmlns:a16="http://schemas.microsoft.com/office/drawing/2014/main" id="{FEB19034-9E22-2841-3DF3-BBCEAC487D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789" y="1743860"/>
                      <a:ext cx="1471305" cy="337922"/>
                    </a:xfrm>
                    <a:prstGeom prst="rect">
                      <a:avLst/>
                    </a:prstGeom>
                    <a:solidFill>
                      <a:schemeClr val="accent3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70" name="직사각형 769">
                      <a:extLst>
                        <a:ext uri="{FF2B5EF4-FFF2-40B4-BE49-F238E27FC236}">
                          <a16:creationId xmlns:a16="http://schemas.microsoft.com/office/drawing/2014/main" id="{C7FE6179-4D33-334B-414A-E7A93A9894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789" y="2125892"/>
                      <a:ext cx="1471305" cy="337922"/>
                    </a:xfrm>
                    <a:prstGeom prst="rect">
                      <a:avLst/>
                    </a:prstGeom>
                    <a:solidFill>
                      <a:schemeClr val="accent3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71" name="직사각형 770">
                      <a:extLst>
                        <a:ext uri="{FF2B5EF4-FFF2-40B4-BE49-F238E27FC236}">
                          <a16:creationId xmlns:a16="http://schemas.microsoft.com/office/drawing/2014/main" id="{48FCA09F-13B8-A771-CCBC-D779FD6D20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789" y="2507924"/>
                      <a:ext cx="1471305" cy="337922"/>
                    </a:xfrm>
                    <a:prstGeom prst="rect">
                      <a:avLst/>
                    </a:prstGeom>
                    <a:solidFill>
                      <a:schemeClr val="accent3">
                        <a:lumMod val="60000"/>
                        <a:lumOff val="40000"/>
                      </a:schemeClr>
                    </a:solidFill>
                    <a:ln w="25400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B3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772" name="왼쪽 중괄호 771">
                    <a:extLst>
                      <a:ext uri="{FF2B5EF4-FFF2-40B4-BE49-F238E27FC236}">
                        <a16:creationId xmlns:a16="http://schemas.microsoft.com/office/drawing/2014/main" id="{B7E19308-3634-630D-9441-E392DA14CB39}"/>
                      </a:ext>
                    </a:extLst>
                  </p:cNvPr>
                  <p:cNvSpPr/>
                  <p:nvPr/>
                </p:nvSpPr>
                <p:spPr>
                  <a:xfrm flipH="1">
                    <a:off x="3945259" y="7023650"/>
                    <a:ext cx="169487" cy="1149617"/>
                  </a:xfrm>
                  <a:prstGeom prst="leftBrace">
                    <a:avLst>
                      <a:gd name="adj1" fmla="val 61072"/>
                      <a:gd name="adj2" fmla="val 80182"/>
                    </a:avLst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73" name="직사각형 772">
                        <a:extLst>
                          <a:ext uri="{FF2B5EF4-FFF2-40B4-BE49-F238E27FC236}">
                            <a16:creationId xmlns:a16="http://schemas.microsoft.com/office/drawing/2014/main" id="{52693DCC-6AD5-D9D8-C752-7627D43E78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54665" y="7761309"/>
                        <a:ext cx="472024" cy="363515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ko-KR" sz="1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  <a:cs typeface="Times New Roman" panose="02020603050405020304" pitchFamily="18" charset="0"/>
                                </a:rPr>
                                <m:t>𝑺</m:t>
                              </m:r>
                              <m:sSub>
                                <m:sSubPr>
                                  <m:ctrlPr>
                                    <a:rPr lang="en-US" altLang="ko-KR" sz="11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altLang="ko-KR" sz="11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ko-KR" altLang="en-US" sz="11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나눔스퀘어" panose="020B0600000101010101" pitchFamily="50" charset="-127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73" name="직사각형 772">
                        <a:extLst>
                          <a:ext uri="{FF2B5EF4-FFF2-40B4-BE49-F238E27FC236}">
                            <a16:creationId xmlns:a16="http://schemas.microsoft.com/office/drawing/2014/main" id="{52693DCC-6AD5-D9D8-C752-7627D43E785B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54665" y="7761309"/>
                        <a:ext cx="472024" cy="363515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  <a:ln w="2540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808" name="그룹 807">
                  <a:extLst>
                    <a:ext uri="{FF2B5EF4-FFF2-40B4-BE49-F238E27FC236}">
                      <a16:creationId xmlns:a16="http://schemas.microsoft.com/office/drawing/2014/main" id="{2340CA72-4DEB-C23F-C533-893BBB090E00}"/>
                    </a:ext>
                  </a:extLst>
                </p:cNvPr>
                <p:cNvGrpSpPr/>
                <p:nvPr/>
              </p:nvGrpSpPr>
              <p:grpSpPr>
                <a:xfrm>
                  <a:off x="6992672" y="6300909"/>
                  <a:ext cx="3404418" cy="2485292"/>
                  <a:chOff x="6812767" y="6300909"/>
                  <a:chExt cx="3404418" cy="2485292"/>
                </a:xfrm>
              </p:grpSpPr>
              <p:sp>
                <p:nvSpPr>
                  <p:cNvPr id="691" name="자유형: 도형 690">
                    <a:extLst>
                      <a:ext uri="{FF2B5EF4-FFF2-40B4-BE49-F238E27FC236}">
                        <a16:creationId xmlns:a16="http://schemas.microsoft.com/office/drawing/2014/main" id="{580FC7C5-A175-D6C5-803D-F241BAC0867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749222" y="6355262"/>
                    <a:ext cx="1673862" cy="2470417"/>
                  </a:xfrm>
                  <a:custGeom>
                    <a:avLst/>
                    <a:gdLst>
                      <a:gd name="csX0" fmla="*/ 0 w 191861"/>
                      <a:gd name="csY0" fmla="*/ 194582 h 194582"/>
                      <a:gd name="csX1" fmla="*/ 0 w 191861"/>
                      <a:gd name="csY1" fmla="*/ 0 h 194582"/>
                      <a:gd name="csX2" fmla="*/ 191861 w 191861"/>
                      <a:gd name="csY2" fmla="*/ 0 h 1945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91861" h="194582">
                        <a:moveTo>
                          <a:pt x="0" y="194582"/>
                        </a:moveTo>
                        <a:lnTo>
                          <a:pt x="0" y="0"/>
                        </a:lnTo>
                        <a:lnTo>
                          <a:pt x="191861" y="0"/>
                        </a:lnTo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prstDash val="solid"/>
                    <a:headEnd type="arrow" w="sm" len="sm"/>
                    <a:tailEnd type="arrow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92" name="직사각형 691">
                    <a:extLst>
                      <a:ext uri="{FF2B5EF4-FFF2-40B4-BE49-F238E27FC236}">
                        <a16:creationId xmlns:a16="http://schemas.microsoft.com/office/drawing/2014/main" id="{3062EE2A-2AFB-CABB-6D55-1170D53B47C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803717" y="6375370"/>
                    <a:ext cx="622048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PEs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93" name="자유형: 도형 692">
                    <a:extLst>
                      <a:ext uri="{FF2B5EF4-FFF2-40B4-BE49-F238E27FC236}">
                        <a16:creationId xmlns:a16="http://schemas.microsoft.com/office/drawing/2014/main" id="{04282E31-1E9D-71EC-5743-14BACD143364}"/>
                      </a:ext>
                    </a:extLst>
                  </p:cNvPr>
                  <p:cNvSpPr/>
                  <p:nvPr/>
                </p:nvSpPr>
                <p:spPr>
                  <a:xfrm flipH="1">
                    <a:off x="8902741" y="6768309"/>
                    <a:ext cx="283924" cy="1663434"/>
                  </a:xfrm>
                  <a:custGeom>
                    <a:avLst/>
                    <a:gdLst>
                      <a:gd name="csX0" fmla="*/ 0 w 0"/>
                      <a:gd name="csY0" fmla="*/ 0 h 2577737"/>
                      <a:gd name="csX1" fmla="*/ 0 w 0"/>
                      <a:gd name="csY1" fmla="*/ 2577737 h 257773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h="2577737">
                        <a:moveTo>
                          <a:pt x="0" y="0"/>
                        </a:moveTo>
                        <a:lnTo>
                          <a:pt x="0" y="2577737"/>
                        </a:lnTo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22" name="직사각형 721">
                    <a:extLst>
                      <a:ext uri="{FF2B5EF4-FFF2-40B4-BE49-F238E27FC236}">
                        <a16:creationId xmlns:a16="http://schemas.microsoft.com/office/drawing/2014/main" id="{9E843452-289B-1064-D01F-E37A41B4AEC0}"/>
                      </a:ext>
                    </a:extLst>
                  </p:cNvPr>
                  <p:cNvSpPr/>
                  <p:nvPr/>
                </p:nvSpPr>
                <p:spPr>
                  <a:xfrm>
                    <a:off x="6812767" y="8004437"/>
                    <a:ext cx="538175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PE0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24" name="직사각형 723">
                    <a:extLst>
                      <a:ext uri="{FF2B5EF4-FFF2-40B4-BE49-F238E27FC236}">
                        <a16:creationId xmlns:a16="http://schemas.microsoft.com/office/drawing/2014/main" id="{E73D0EE5-C63D-EF1C-7BFC-133E3782F256}"/>
                      </a:ext>
                    </a:extLst>
                  </p:cNvPr>
                  <p:cNvSpPr/>
                  <p:nvPr/>
                </p:nvSpPr>
                <p:spPr>
                  <a:xfrm>
                    <a:off x="7530072" y="8125759"/>
                    <a:ext cx="376367" cy="230480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5400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A0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25" name="직사각형 724">
                    <a:extLst>
                      <a:ext uri="{FF2B5EF4-FFF2-40B4-BE49-F238E27FC236}">
                        <a16:creationId xmlns:a16="http://schemas.microsoft.com/office/drawing/2014/main" id="{6F4D726B-36DC-711A-DE8A-C2671CF4C552}"/>
                      </a:ext>
                    </a:extLst>
                  </p:cNvPr>
                  <p:cNvSpPr/>
                  <p:nvPr/>
                </p:nvSpPr>
                <p:spPr>
                  <a:xfrm>
                    <a:off x="7938642" y="8125759"/>
                    <a:ext cx="376367" cy="230480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5400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B0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26" name="직사각형 725">
                    <a:extLst>
                      <a:ext uri="{FF2B5EF4-FFF2-40B4-BE49-F238E27FC236}">
                        <a16:creationId xmlns:a16="http://schemas.microsoft.com/office/drawing/2014/main" id="{DF7A509A-5D94-8B39-C505-70A70F0D84B1}"/>
                      </a:ext>
                    </a:extLst>
                  </p:cNvPr>
                  <p:cNvSpPr/>
                  <p:nvPr/>
                </p:nvSpPr>
                <p:spPr>
                  <a:xfrm>
                    <a:off x="8603755" y="8125759"/>
                    <a:ext cx="376367" cy="230480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C0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27" name="직사각형 726">
                    <a:extLst>
                      <a:ext uri="{FF2B5EF4-FFF2-40B4-BE49-F238E27FC236}">
                        <a16:creationId xmlns:a16="http://schemas.microsoft.com/office/drawing/2014/main" id="{4BF731AC-1E14-655F-22DE-C46F96B3F367}"/>
                      </a:ext>
                    </a:extLst>
                  </p:cNvPr>
                  <p:cNvSpPr/>
                  <p:nvPr/>
                </p:nvSpPr>
                <p:spPr>
                  <a:xfrm>
                    <a:off x="8352102" y="8125759"/>
                    <a:ext cx="214559" cy="230480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→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16" name="직사각형 715">
                    <a:extLst>
                      <a:ext uri="{FF2B5EF4-FFF2-40B4-BE49-F238E27FC236}">
                        <a16:creationId xmlns:a16="http://schemas.microsoft.com/office/drawing/2014/main" id="{C0D9E390-963A-1CCE-05FB-2ACB8592046C}"/>
                      </a:ext>
                    </a:extLst>
                  </p:cNvPr>
                  <p:cNvSpPr/>
                  <p:nvPr/>
                </p:nvSpPr>
                <p:spPr>
                  <a:xfrm>
                    <a:off x="6812767" y="7615763"/>
                    <a:ext cx="538175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PE1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18" name="직사각형 717">
                    <a:extLst>
                      <a:ext uri="{FF2B5EF4-FFF2-40B4-BE49-F238E27FC236}">
                        <a16:creationId xmlns:a16="http://schemas.microsoft.com/office/drawing/2014/main" id="{168B5691-4540-3D50-B49F-31A399B422AD}"/>
                      </a:ext>
                    </a:extLst>
                  </p:cNvPr>
                  <p:cNvSpPr/>
                  <p:nvPr/>
                </p:nvSpPr>
                <p:spPr>
                  <a:xfrm>
                    <a:off x="7530072" y="7735853"/>
                    <a:ext cx="376367" cy="230480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5400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A1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19" name="직사각형 718">
                    <a:extLst>
                      <a:ext uri="{FF2B5EF4-FFF2-40B4-BE49-F238E27FC236}">
                        <a16:creationId xmlns:a16="http://schemas.microsoft.com/office/drawing/2014/main" id="{AE13D918-02AD-802D-BB23-8136638F1385}"/>
                      </a:ext>
                    </a:extLst>
                  </p:cNvPr>
                  <p:cNvSpPr/>
                  <p:nvPr/>
                </p:nvSpPr>
                <p:spPr>
                  <a:xfrm>
                    <a:off x="7938642" y="7735853"/>
                    <a:ext cx="376367" cy="230480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5400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B1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20" name="직사각형 719">
                    <a:extLst>
                      <a:ext uri="{FF2B5EF4-FFF2-40B4-BE49-F238E27FC236}">
                        <a16:creationId xmlns:a16="http://schemas.microsoft.com/office/drawing/2014/main" id="{9EDA61B4-353E-3010-48E4-00E6A7A0A2D0}"/>
                      </a:ext>
                    </a:extLst>
                  </p:cNvPr>
                  <p:cNvSpPr/>
                  <p:nvPr/>
                </p:nvSpPr>
                <p:spPr>
                  <a:xfrm>
                    <a:off x="8603755" y="7735853"/>
                    <a:ext cx="376367" cy="230480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C1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21" name="직사각형 720">
                    <a:extLst>
                      <a:ext uri="{FF2B5EF4-FFF2-40B4-BE49-F238E27FC236}">
                        <a16:creationId xmlns:a16="http://schemas.microsoft.com/office/drawing/2014/main" id="{E7DD4E61-1C14-28A1-73AB-08BB8C04ABC4}"/>
                      </a:ext>
                    </a:extLst>
                  </p:cNvPr>
                  <p:cNvSpPr/>
                  <p:nvPr/>
                </p:nvSpPr>
                <p:spPr>
                  <a:xfrm>
                    <a:off x="8352102" y="7735853"/>
                    <a:ext cx="214559" cy="230480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→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10" name="직사각형 709">
                    <a:extLst>
                      <a:ext uri="{FF2B5EF4-FFF2-40B4-BE49-F238E27FC236}">
                        <a16:creationId xmlns:a16="http://schemas.microsoft.com/office/drawing/2014/main" id="{61363BDC-429C-1D4F-655B-1F4DD023EBCB}"/>
                      </a:ext>
                    </a:extLst>
                  </p:cNvPr>
                  <p:cNvSpPr/>
                  <p:nvPr/>
                </p:nvSpPr>
                <p:spPr>
                  <a:xfrm>
                    <a:off x="6812767" y="7227089"/>
                    <a:ext cx="538175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PE2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12" name="직사각형 711">
                    <a:extLst>
                      <a:ext uri="{FF2B5EF4-FFF2-40B4-BE49-F238E27FC236}">
                        <a16:creationId xmlns:a16="http://schemas.microsoft.com/office/drawing/2014/main" id="{2A75D688-BDEA-05A9-F13F-F142569B852F}"/>
                      </a:ext>
                    </a:extLst>
                  </p:cNvPr>
                  <p:cNvSpPr/>
                  <p:nvPr/>
                </p:nvSpPr>
                <p:spPr>
                  <a:xfrm>
                    <a:off x="7530072" y="7345947"/>
                    <a:ext cx="376367" cy="230480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5400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A2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13" name="직사각형 712">
                    <a:extLst>
                      <a:ext uri="{FF2B5EF4-FFF2-40B4-BE49-F238E27FC236}">
                        <a16:creationId xmlns:a16="http://schemas.microsoft.com/office/drawing/2014/main" id="{F38E111D-C667-6360-1C1A-17BC8AAB55A9}"/>
                      </a:ext>
                    </a:extLst>
                  </p:cNvPr>
                  <p:cNvSpPr/>
                  <p:nvPr/>
                </p:nvSpPr>
                <p:spPr>
                  <a:xfrm>
                    <a:off x="7938642" y="7345947"/>
                    <a:ext cx="376367" cy="230480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5400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B2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14" name="직사각형 713">
                    <a:extLst>
                      <a:ext uri="{FF2B5EF4-FFF2-40B4-BE49-F238E27FC236}">
                        <a16:creationId xmlns:a16="http://schemas.microsoft.com/office/drawing/2014/main" id="{2538120C-B061-1FCD-0926-0FB75EAE6611}"/>
                      </a:ext>
                    </a:extLst>
                  </p:cNvPr>
                  <p:cNvSpPr/>
                  <p:nvPr/>
                </p:nvSpPr>
                <p:spPr>
                  <a:xfrm>
                    <a:off x="8603755" y="7345947"/>
                    <a:ext cx="376367" cy="230480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C2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15" name="직사각형 714">
                    <a:extLst>
                      <a:ext uri="{FF2B5EF4-FFF2-40B4-BE49-F238E27FC236}">
                        <a16:creationId xmlns:a16="http://schemas.microsoft.com/office/drawing/2014/main" id="{74F390EB-AD94-4FD9-3924-3704DC31A84E}"/>
                      </a:ext>
                    </a:extLst>
                  </p:cNvPr>
                  <p:cNvSpPr/>
                  <p:nvPr/>
                </p:nvSpPr>
                <p:spPr>
                  <a:xfrm>
                    <a:off x="8352102" y="7345947"/>
                    <a:ext cx="214559" cy="230480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→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4" name="직사각형 703">
                    <a:extLst>
                      <a:ext uri="{FF2B5EF4-FFF2-40B4-BE49-F238E27FC236}">
                        <a16:creationId xmlns:a16="http://schemas.microsoft.com/office/drawing/2014/main" id="{6A4095EC-62C3-9103-DB74-0A63B59DC92B}"/>
                      </a:ext>
                    </a:extLst>
                  </p:cNvPr>
                  <p:cNvSpPr/>
                  <p:nvPr/>
                </p:nvSpPr>
                <p:spPr>
                  <a:xfrm>
                    <a:off x="6812767" y="6838416"/>
                    <a:ext cx="538175" cy="47312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PE3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6" name="직사각형 705">
                    <a:extLst>
                      <a:ext uri="{FF2B5EF4-FFF2-40B4-BE49-F238E27FC236}">
                        <a16:creationId xmlns:a16="http://schemas.microsoft.com/office/drawing/2014/main" id="{68EBDE74-90E6-D64E-4DF2-DA4A7150DE4D}"/>
                      </a:ext>
                    </a:extLst>
                  </p:cNvPr>
                  <p:cNvSpPr/>
                  <p:nvPr/>
                </p:nvSpPr>
                <p:spPr>
                  <a:xfrm>
                    <a:off x="7530072" y="6956042"/>
                    <a:ext cx="376367" cy="230480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25400">
                    <a:solidFill>
                      <a:schemeClr val="accent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A3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7" name="직사각형 706">
                    <a:extLst>
                      <a:ext uri="{FF2B5EF4-FFF2-40B4-BE49-F238E27FC236}">
                        <a16:creationId xmlns:a16="http://schemas.microsoft.com/office/drawing/2014/main" id="{9CD229CC-C340-F61F-D2C1-E12A87DB31F3}"/>
                      </a:ext>
                    </a:extLst>
                  </p:cNvPr>
                  <p:cNvSpPr/>
                  <p:nvPr/>
                </p:nvSpPr>
                <p:spPr>
                  <a:xfrm>
                    <a:off x="7938642" y="6956042"/>
                    <a:ext cx="376367" cy="230480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25400">
                    <a:solidFill>
                      <a:schemeClr val="accent3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B3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8" name="직사각형 707">
                    <a:extLst>
                      <a:ext uri="{FF2B5EF4-FFF2-40B4-BE49-F238E27FC236}">
                        <a16:creationId xmlns:a16="http://schemas.microsoft.com/office/drawing/2014/main" id="{5CA7B894-7C9F-6C5C-4D3A-76564FC0CFF7}"/>
                      </a:ext>
                    </a:extLst>
                  </p:cNvPr>
                  <p:cNvSpPr/>
                  <p:nvPr/>
                </p:nvSpPr>
                <p:spPr>
                  <a:xfrm>
                    <a:off x="8603755" y="6956042"/>
                    <a:ext cx="376367" cy="230480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>
                    <a:solidFill>
                      <a:schemeClr val="accent4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C3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9" name="직사각형 708">
                    <a:extLst>
                      <a:ext uri="{FF2B5EF4-FFF2-40B4-BE49-F238E27FC236}">
                        <a16:creationId xmlns:a16="http://schemas.microsoft.com/office/drawing/2014/main" id="{40E0EC5C-C369-9940-FF73-7FAB17FC73B9}"/>
                      </a:ext>
                    </a:extLst>
                  </p:cNvPr>
                  <p:cNvSpPr/>
                  <p:nvPr/>
                </p:nvSpPr>
                <p:spPr>
                  <a:xfrm>
                    <a:off x="8352102" y="6956042"/>
                    <a:ext cx="214559" cy="230480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→</a:t>
                    </a:r>
                    <a:endParaRPr lang="ko-KR" altLang="en-US" sz="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98" name="직사각형 697">
                    <a:extLst>
                      <a:ext uri="{FF2B5EF4-FFF2-40B4-BE49-F238E27FC236}">
                        <a16:creationId xmlns:a16="http://schemas.microsoft.com/office/drawing/2014/main" id="{659B9402-53FE-D50A-79A0-6F230FF9F6A4}"/>
                      </a:ext>
                    </a:extLst>
                  </p:cNvPr>
                  <p:cNvSpPr/>
                  <p:nvPr/>
                </p:nvSpPr>
                <p:spPr>
                  <a:xfrm>
                    <a:off x="7986010" y="8427403"/>
                    <a:ext cx="538175" cy="223313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1</a:t>
                    </a:r>
                    <a:endParaRPr lang="ko-KR" altLang="en-US" sz="105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1" name="직사각형 700">
                    <a:extLst>
                      <a:ext uri="{FF2B5EF4-FFF2-40B4-BE49-F238E27FC236}">
                        <a16:creationId xmlns:a16="http://schemas.microsoft.com/office/drawing/2014/main" id="{B4D16082-DFE4-BD37-DD03-856D06407334}"/>
                      </a:ext>
                    </a:extLst>
                  </p:cNvPr>
                  <p:cNvSpPr/>
                  <p:nvPr/>
                </p:nvSpPr>
                <p:spPr>
                  <a:xfrm>
                    <a:off x="7457704" y="6516417"/>
                    <a:ext cx="1243998" cy="439802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1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No Spatial Reuse !</a:t>
                    </a:r>
                  </a:p>
                </p:txBody>
              </p:sp>
              <p:sp>
                <p:nvSpPr>
                  <p:cNvPr id="702" name="직사각형 701">
                    <a:extLst>
                      <a:ext uri="{FF2B5EF4-FFF2-40B4-BE49-F238E27FC236}">
                        <a16:creationId xmlns:a16="http://schemas.microsoft.com/office/drawing/2014/main" id="{A5DA935B-FF17-BCF4-7857-4E3C50470315}"/>
                      </a:ext>
                    </a:extLst>
                  </p:cNvPr>
                  <p:cNvSpPr/>
                  <p:nvPr/>
                </p:nvSpPr>
                <p:spPr>
                  <a:xfrm>
                    <a:off x="9175408" y="8422686"/>
                    <a:ext cx="1041777" cy="363515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Time Step</a:t>
                    </a:r>
                    <a:endParaRPr lang="ko-KR" alt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나눔스퀘어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9" name="자유형: 도형 788">
                    <a:extLst>
                      <a:ext uri="{FF2B5EF4-FFF2-40B4-BE49-F238E27FC236}">
                        <a16:creationId xmlns:a16="http://schemas.microsoft.com/office/drawing/2014/main" id="{D22C9A9F-797A-56B9-46F6-E4670DE6DFA4}"/>
                      </a:ext>
                    </a:extLst>
                  </p:cNvPr>
                  <p:cNvSpPr/>
                  <p:nvPr/>
                </p:nvSpPr>
                <p:spPr>
                  <a:xfrm>
                    <a:off x="9010335" y="7080647"/>
                    <a:ext cx="306049" cy="387804"/>
                  </a:xfrm>
                  <a:custGeom>
                    <a:avLst/>
                    <a:gdLst>
                      <a:gd name="csX0" fmla="*/ 0 w 104502"/>
                      <a:gd name="csY0" fmla="*/ 0 h 243840"/>
                      <a:gd name="csX1" fmla="*/ 104502 w 104502"/>
                      <a:gd name="csY1" fmla="*/ 0 h 243840"/>
                      <a:gd name="csX2" fmla="*/ 104502 w 104502"/>
                      <a:gd name="csY2" fmla="*/ 243840 h 243840"/>
                      <a:gd name="csX3" fmla="*/ 0 w 104502"/>
                      <a:gd name="csY3" fmla="*/ 243840 h 24384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104502" h="243840">
                        <a:moveTo>
                          <a:pt x="0" y="0"/>
                        </a:moveTo>
                        <a:lnTo>
                          <a:pt x="104502" y="0"/>
                        </a:lnTo>
                        <a:lnTo>
                          <a:pt x="104502" y="243840"/>
                        </a:lnTo>
                        <a:lnTo>
                          <a:pt x="0" y="24384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0" name="자유형: 도형 789">
                    <a:extLst>
                      <a:ext uri="{FF2B5EF4-FFF2-40B4-BE49-F238E27FC236}">
                        <a16:creationId xmlns:a16="http://schemas.microsoft.com/office/drawing/2014/main" id="{76F5868F-6F83-730F-7BCB-BA9853867BDC}"/>
                      </a:ext>
                    </a:extLst>
                  </p:cNvPr>
                  <p:cNvSpPr/>
                  <p:nvPr/>
                </p:nvSpPr>
                <p:spPr>
                  <a:xfrm>
                    <a:off x="9010335" y="7861782"/>
                    <a:ext cx="306049" cy="387804"/>
                  </a:xfrm>
                  <a:custGeom>
                    <a:avLst/>
                    <a:gdLst>
                      <a:gd name="csX0" fmla="*/ 0 w 104502"/>
                      <a:gd name="csY0" fmla="*/ 0 h 243840"/>
                      <a:gd name="csX1" fmla="*/ 104502 w 104502"/>
                      <a:gd name="csY1" fmla="*/ 0 h 243840"/>
                      <a:gd name="csX2" fmla="*/ 104502 w 104502"/>
                      <a:gd name="csY2" fmla="*/ 243840 h 243840"/>
                      <a:gd name="csX3" fmla="*/ 0 w 104502"/>
                      <a:gd name="csY3" fmla="*/ 243840 h 24384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104502" h="243840">
                        <a:moveTo>
                          <a:pt x="0" y="0"/>
                        </a:moveTo>
                        <a:lnTo>
                          <a:pt x="104502" y="0"/>
                        </a:lnTo>
                        <a:lnTo>
                          <a:pt x="104502" y="243840"/>
                        </a:lnTo>
                        <a:lnTo>
                          <a:pt x="0" y="24384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1" name="자유형: 도형 790">
                    <a:extLst>
                      <a:ext uri="{FF2B5EF4-FFF2-40B4-BE49-F238E27FC236}">
                        <a16:creationId xmlns:a16="http://schemas.microsoft.com/office/drawing/2014/main" id="{A2EECC0B-107E-EAD7-D238-837CCB565D47}"/>
                      </a:ext>
                    </a:extLst>
                  </p:cNvPr>
                  <p:cNvSpPr/>
                  <p:nvPr/>
                </p:nvSpPr>
                <p:spPr>
                  <a:xfrm>
                    <a:off x="9319547" y="7276590"/>
                    <a:ext cx="284869" cy="257175"/>
                  </a:xfrm>
                  <a:custGeom>
                    <a:avLst/>
                    <a:gdLst>
                      <a:gd name="csX0" fmla="*/ 0 w 235132"/>
                      <a:gd name="csY0" fmla="*/ 0 h 200297"/>
                      <a:gd name="csX1" fmla="*/ 235132 w 235132"/>
                      <a:gd name="csY1" fmla="*/ 0 h 200297"/>
                      <a:gd name="csX2" fmla="*/ 235132 w 235132"/>
                      <a:gd name="csY2" fmla="*/ 200297 h 20029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235132" h="200297">
                        <a:moveTo>
                          <a:pt x="0" y="0"/>
                        </a:moveTo>
                        <a:lnTo>
                          <a:pt x="235132" y="0"/>
                        </a:lnTo>
                        <a:lnTo>
                          <a:pt x="235132" y="20029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tailEnd type="arrow" w="med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3" name="자유형: 도형 792">
                    <a:extLst>
                      <a:ext uri="{FF2B5EF4-FFF2-40B4-BE49-F238E27FC236}">
                        <a16:creationId xmlns:a16="http://schemas.microsoft.com/office/drawing/2014/main" id="{B7325014-B25D-38FB-7B65-7B0053C8BEA1}"/>
                      </a:ext>
                    </a:extLst>
                  </p:cNvPr>
                  <p:cNvSpPr/>
                  <p:nvPr/>
                </p:nvSpPr>
                <p:spPr>
                  <a:xfrm flipV="1">
                    <a:off x="9319547" y="7797938"/>
                    <a:ext cx="284869" cy="257175"/>
                  </a:xfrm>
                  <a:custGeom>
                    <a:avLst/>
                    <a:gdLst>
                      <a:gd name="csX0" fmla="*/ 0 w 235132"/>
                      <a:gd name="csY0" fmla="*/ 0 h 200297"/>
                      <a:gd name="csX1" fmla="*/ 235132 w 235132"/>
                      <a:gd name="csY1" fmla="*/ 0 h 200297"/>
                      <a:gd name="csX2" fmla="*/ 235132 w 235132"/>
                      <a:gd name="csY2" fmla="*/ 200297 h 20029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235132" h="200297">
                        <a:moveTo>
                          <a:pt x="0" y="0"/>
                        </a:moveTo>
                        <a:lnTo>
                          <a:pt x="235132" y="0"/>
                        </a:lnTo>
                        <a:lnTo>
                          <a:pt x="235132" y="20029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tailEnd type="arrow" w="med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4" name="직사각형 793">
                    <a:extLst>
                      <a:ext uri="{FF2B5EF4-FFF2-40B4-BE49-F238E27FC236}">
                        <a16:creationId xmlns:a16="http://schemas.microsoft.com/office/drawing/2014/main" id="{0E69ACAA-28A0-591B-561E-F83E10160866}"/>
                      </a:ext>
                    </a:extLst>
                  </p:cNvPr>
                  <p:cNvSpPr/>
                  <p:nvPr/>
                </p:nvSpPr>
                <p:spPr>
                  <a:xfrm>
                    <a:off x="9143385" y="7444701"/>
                    <a:ext cx="821072" cy="439802"/>
                  </a:xfrm>
                  <a:prstGeom prst="rect">
                    <a:avLst/>
                  </a:prstGeom>
                  <a:noFill/>
                  <a:ln w="2540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9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나눔스퀘어" panose="020B0600000101010101" pitchFamily="50" charset="-127"/>
                        <a:cs typeface="Times New Roman" panose="02020603050405020304" pitchFamily="18" charset="0"/>
                      </a:rPr>
                      <a:t>+ Reduction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224900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2897E-AEA1-469F-F234-FFBC2FF0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90F42-F211-A265-E0F2-1EF71959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dirty="0">
                <a:latin typeface="+mj-lt"/>
                <a:ea typeface="나눔스퀘어" panose="020B0600000101010101" pitchFamily="50" charset="-127"/>
              </a:rPr>
              <a:t>Fig 4. Temporal Partitioning</a:t>
            </a:r>
            <a:endParaRPr lang="ko-KR" altLang="en-US" sz="3200" b="1" dirty="0">
              <a:latin typeface="+mj-lt"/>
              <a:ea typeface="나눔스퀘어" panose="020B0600000101010101" pitchFamily="50" charset="-127"/>
            </a:endParaRPr>
          </a:p>
        </p:txBody>
      </p:sp>
      <p:grpSp>
        <p:nvGrpSpPr>
          <p:cNvPr id="838" name="그룹 837">
            <a:extLst>
              <a:ext uri="{FF2B5EF4-FFF2-40B4-BE49-F238E27FC236}">
                <a16:creationId xmlns:a16="http://schemas.microsoft.com/office/drawing/2014/main" id="{16FC9B4F-46E6-F2D3-52A6-E3B2F12522BE}"/>
              </a:ext>
            </a:extLst>
          </p:cNvPr>
          <p:cNvGrpSpPr/>
          <p:nvPr/>
        </p:nvGrpSpPr>
        <p:grpSpPr>
          <a:xfrm>
            <a:off x="-159568" y="1125538"/>
            <a:ext cx="10225136" cy="8222898"/>
            <a:chOff x="-159568" y="1125538"/>
            <a:chExt cx="10225136" cy="8222898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99D388E-C1BE-1CE2-7135-357D508CB334}"/>
                </a:ext>
              </a:extLst>
            </p:cNvPr>
            <p:cNvSpPr/>
            <p:nvPr/>
          </p:nvSpPr>
          <p:spPr>
            <a:xfrm>
              <a:off x="-159568" y="1125538"/>
              <a:ext cx="10225136" cy="8222898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6" name="자유형: 도형 395">
              <a:extLst>
                <a:ext uri="{FF2B5EF4-FFF2-40B4-BE49-F238E27FC236}">
                  <a16:creationId xmlns:a16="http://schemas.microsoft.com/office/drawing/2014/main" id="{23906E13-55DE-30E5-E506-5BFCE2309133}"/>
                </a:ext>
              </a:extLst>
            </p:cNvPr>
            <p:cNvSpPr/>
            <p:nvPr/>
          </p:nvSpPr>
          <p:spPr>
            <a:xfrm rot="16200000">
              <a:off x="7398896" y="6728297"/>
              <a:ext cx="1673862" cy="2170663"/>
            </a:xfrm>
            <a:custGeom>
              <a:avLst/>
              <a:gdLst>
                <a:gd name="csX0" fmla="*/ 0 w 191861"/>
                <a:gd name="csY0" fmla="*/ 194582 h 194582"/>
                <a:gd name="csX1" fmla="*/ 0 w 191861"/>
                <a:gd name="csY1" fmla="*/ 0 h 194582"/>
                <a:gd name="csX2" fmla="*/ 191861 w 191861"/>
                <a:gd name="csY2" fmla="*/ 0 h 194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1861" h="194582">
                  <a:moveTo>
                    <a:pt x="0" y="194582"/>
                  </a:moveTo>
                  <a:lnTo>
                    <a:pt x="0" y="0"/>
                  </a:lnTo>
                  <a:lnTo>
                    <a:pt x="191861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  <a:headEnd type="arrow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7" name="직사각형 396">
              <a:extLst>
                <a:ext uri="{FF2B5EF4-FFF2-40B4-BE49-F238E27FC236}">
                  <a16:creationId xmlns:a16="http://schemas.microsoft.com/office/drawing/2014/main" id="{33683E4D-75EA-4CCE-5CC1-5E14AB4B514D}"/>
                </a:ext>
              </a:extLst>
            </p:cNvPr>
            <p:cNvSpPr/>
            <p:nvPr/>
          </p:nvSpPr>
          <p:spPr>
            <a:xfrm rot="16200000">
              <a:off x="6603269" y="6598528"/>
              <a:ext cx="622048" cy="47312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PEs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98" name="직사각형 397">
              <a:extLst>
                <a:ext uri="{FF2B5EF4-FFF2-40B4-BE49-F238E27FC236}">
                  <a16:creationId xmlns:a16="http://schemas.microsoft.com/office/drawing/2014/main" id="{3FB01F67-811F-37C1-A8A4-8BF5D80BD7CE}"/>
                </a:ext>
              </a:extLst>
            </p:cNvPr>
            <p:cNvSpPr/>
            <p:nvPr/>
          </p:nvSpPr>
          <p:spPr>
            <a:xfrm>
              <a:off x="6612319" y="7589310"/>
              <a:ext cx="538175" cy="47312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PE0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99" name="직사각형 398">
              <a:extLst>
                <a:ext uri="{FF2B5EF4-FFF2-40B4-BE49-F238E27FC236}">
                  <a16:creationId xmlns:a16="http://schemas.microsoft.com/office/drawing/2014/main" id="{210AF422-BC6B-E64F-C1C0-D3531F9C596B}"/>
                </a:ext>
              </a:extLst>
            </p:cNvPr>
            <p:cNvSpPr/>
            <p:nvPr/>
          </p:nvSpPr>
          <p:spPr>
            <a:xfrm>
              <a:off x="9016826" y="8645844"/>
              <a:ext cx="1041777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Time Step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400" name="자유형: 도형 399">
              <a:extLst>
                <a:ext uri="{FF2B5EF4-FFF2-40B4-BE49-F238E27FC236}">
                  <a16:creationId xmlns:a16="http://schemas.microsoft.com/office/drawing/2014/main" id="{D2B87D03-092C-B9F0-DE51-25BFD5BD1B52}"/>
                </a:ext>
              </a:extLst>
            </p:cNvPr>
            <p:cNvSpPr/>
            <p:nvPr/>
          </p:nvSpPr>
          <p:spPr>
            <a:xfrm flipH="1">
              <a:off x="7418058" y="6991467"/>
              <a:ext cx="283924" cy="1663434"/>
            </a:xfrm>
            <a:custGeom>
              <a:avLst/>
              <a:gdLst>
                <a:gd name="csX0" fmla="*/ 0 w 0"/>
                <a:gd name="csY0" fmla="*/ 0 h 2577737"/>
                <a:gd name="csX1" fmla="*/ 0 w 0"/>
                <a:gd name="csY1" fmla="*/ 2577737 h 25777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577737">
                  <a:moveTo>
                    <a:pt x="0" y="0"/>
                  </a:moveTo>
                  <a:lnTo>
                    <a:pt x="0" y="2577737"/>
                  </a:lnTo>
                </a:path>
              </a:pathLst>
            </a:custGeom>
            <a:noFill/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1" name="직사각형 400">
              <a:extLst>
                <a:ext uri="{FF2B5EF4-FFF2-40B4-BE49-F238E27FC236}">
                  <a16:creationId xmlns:a16="http://schemas.microsoft.com/office/drawing/2014/main" id="{2C6B85DF-4BD0-9CC5-53D0-C84A508758D7}"/>
                </a:ext>
              </a:extLst>
            </p:cNvPr>
            <p:cNvSpPr/>
            <p:nvPr/>
          </p:nvSpPr>
          <p:spPr>
            <a:xfrm>
              <a:off x="7256145" y="8262120"/>
              <a:ext cx="376367" cy="2304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C0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3" name="직사각형 402">
              <a:extLst>
                <a:ext uri="{FF2B5EF4-FFF2-40B4-BE49-F238E27FC236}">
                  <a16:creationId xmlns:a16="http://schemas.microsoft.com/office/drawing/2014/main" id="{BA75A8D8-1421-0EB1-AFE7-6D619750DFAC}"/>
                </a:ext>
              </a:extLst>
            </p:cNvPr>
            <p:cNvSpPr/>
            <p:nvPr/>
          </p:nvSpPr>
          <p:spPr>
            <a:xfrm>
              <a:off x="7256145" y="7378273"/>
              <a:ext cx="376367" cy="2304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B0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5" name="직사각형 404">
              <a:extLst>
                <a:ext uri="{FF2B5EF4-FFF2-40B4-BE49-F238E27FC236}">
                  <a16:creationId xmlns:a16="http://schemas.microsoft.com/office/drawing/2014/main" id="{05E711A9-B6C9-6D76-915E-6F40CD516D70}"/>
                </a:ext>
              </a:extLst>
            </p:cNvPr>
            <p:cNvSpPr/>
            <p:nvPr/>
          </p:nvSpPr>
          <p:spPr>
            <a:xfrm>
              <a:off x="7256143" y="8650561"/>
              <a:ext cx="376370" cy="223313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1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406" name="직사각형 405">
              <a:extLst>
                <a:ext uri="{FF2B5EF4-FFF2-40B4-BE49-F238E27FC236}">
                  <a16:creationId xmlns:a16="http://schemas.microsoft.com/office/drawing/2014/main" id="{2C2437C8-8ECB-356D-303E-BAB2A89EE59F}"/>
                </a:ext>
              </a:extLst>
            </p:cNvPr>
            <p:cNvSpPr/>
            <p:nvPr/>
          </p:nvSpPr>
          <p:spPr>
            <a:xfrm rot="5400000">
              <a:off x="7337048" y="7820197"/>
              <a:ext cx="214559" cy="230480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→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410" name="자유형: 도형 409">
              <a:extLst>
                <a:ext uri="{FF2B5EF4-FFF2-40B4-BE49-F238E27FC236}">
                  <a16:creationId xmlns:a16="http://schemas.microsoft.com/office/drawing/2014/main" id="{C33CA6A8-D7C0-E4A1-B980-BEA800D6F573}"/>
                </a:ext>
              </a:extLst>
            </p:cNvPr>
            <p:cNvSpPr/>
            <p:nvPr/>
          </p:nvSpPr>
          <p:spPr>
            <a:xfrm flipH="1">
              <a:off x="7937742" y="6991467"/>
              <a:ext cx="283924" cy="1663434"/>
            </a:xfrm>
            <a:custGeom>
              <a:avLst/>
              <a:gdLst>
                <a:gd name="csX0" fmla="*/ 0 w 0"/>
                <a:gd name="csY0" fmla="*/ 0 h 2577737"/>
                <a:gd name="csX1" fmla="*/ 0 w 0"/>
                <a:gd name="csY1" fmla="*/ 2577737 h 25777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577737">
                  <a:moveTo>
                    <a:pt x="0" y="0"/>
                  </a:moveTo>
                  <a:lnTo>
                    <a:pt x="0" y="2577737"/>
                  </a:lnTo>
                </a:path>
              </a:pathLst>
            </a:custGeom>
            <a:noFill/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1" name="직사각형 410">
              <a:extLst>
                <a:ext uri="{FF2B5EF4-FFF2-40B4-BE49-F238E27FC236}">
                  <a16:creationId xmlns:a16="http://schemas.microsoft.com/office/drawing/2014/main" id="{AE554FB9-AC5D-AF82-9D76-0F78ABCD3C65}"/>
                </a:ext>
              </a:extLst>
            </p:cNvPr>
            <p:cNvSpPr/>
            <p:nvPr/>
          </p:nvSpPr>
          <p:spPr>
            <a:xfrm>
              <a:off x="7775829" y="8262120"/>
              <a:ext cx="376367" cy="2304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2" name="직사각형 411">
              <a:extLst>
                <a:ext uri="{FF2B5EF4-FFF2-40B4-BE49-F238E27FC236}">
                  <a16:creationId xmlns:a16="http://schemas.microsoft.com/office/drawing/2014/main" id="{63E084F5-B8E5-D5FE-FBBD-EBA33EB1B626}"/>
                </a:ext>
              </a:extLst>
            </p:cNvPr>
            <p:cNvSpPr/>
            <p:nvPr/>
          </p:nvSpPr>
          <p:spPr>
            <a:xfrm>
              <a:off x="7775829" y="7694249"/>
              <a:ext cx="376367" cy="2304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C0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3" name="직사각형 412">
              <a:extLst>
                <a:ext uri="{FF2B5EF4-FFF2-40B4-BE49-F238E27FC236}">
                  <a16:creationId xmlns:a16="http://schemas.microsoft.com/office/drawing/2014/main" id="{8C38428C-39B5-944E-B90A-74686C117B23}"/>
                </a:ext>
              </a:extLst>
            </p:cNvPr>
            <p:cNvSpPr/>
            <p:nvPr/>
          </p:nvSpPr>
          <p:spPr>
            <a:xfrm>
              <a:off x="7775829" y="7378273"/>
              <a:ext cx="376367" cy="2304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B1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4" name="직사각형 413">
              <a:extLst>
                <a:ext uri="{FF2B5EF4-FFF2-40B4-BE49-F238E27FC236}">
                  <a16:creationId xmlns:a16="http://schemas.microsoft.com/office/drawing/2014/main" id="{C76FE2D4-A579-6838-7754-8CACB224F34C}"/>
                </a:ext>
              </a:extLst>
            </p:cNvPr>
            <p:cNvSpPr/>
            <p:nvPr/>
          </p:nvSpPr>
          <p:spPr>
            <a:xfrm>
              <a:off x="7775827" y="8650561"/>
              <a:ext cx="376370" cy="223313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2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415" name="직사각형 414">
              <a:extLst>
                <a:ext uri="{FF2B5EF4-FFF2-40B4-BE49-F238E27FC236}">
                  <a16:creationId xmlns:a16="http://schemas.microsoft.com/office/drawing/2014/main" id="{AD014301-5C14-F842-BB01-DE54FAB56AAA}"/>
                </a:ext>
              </a:extLst>
            </p:cNvPr>
            <p:cNvSpPr/>
            <p:nvPr/>
          </p:nvSpPr>
          <p:spPr>
            <a:xfrm rot="5400000">
              <a:off x="7856732" y="7978185"/>
              <a:ext cx="214559" cy="230480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→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416" name="자유형: 도형 415">
              <a:extLst>
                <a:ext uri="{FF2B5EF4-FFF2-40B4-BE49-F238E27FC236}">
                  <a16:creationId xmlns:a16="http://schemas.microsoft.com/office/drawing/2014/main" id="{B5044C16-CA0B-3A20-75D7-C3AC81015EFF}"/>
                </a:ext>
              </a:extLst>
            </p:cNvPr>
            <p:cNvSpPr/>
            <p:nvPr/>
          </p:nvSpPr>
          <p:spPr>
            <a:xfrm flipH="1">
              <a:off x="8457426" y="6991467"/>
              <a:ext cx="283924" cy="1663434"/>
            </a:xfrm>
            <a:custGeom>
              <a:avLst/>
              <a:gdLst>
                <a:gd name="csX0" fmla="*/ 0 w 0"/>
                <a:gd name="csY0" fmla="*/ 0 h 2577737"/>
                <a:gd name="csX1" fmla="*/ 0 w 0"/>
                <a:gd name="csY1" fmla="*/ 2577737 h 25777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577737">
                  <a:moveTo>
                    <a:pt x="0" y="0"/>
                  </a:moveTo>
                  <a:lnTo>
                    <a:pt x="0" y="2577737"/>
                  </a:lnTo>
                </a:path>
              </a:pathLst>
            </a:custGeom>
            <a:noFill/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7" name="직사각형 416">
              <a:extLst>
                <a:ext uri="{FF2B5EF4-FFF2-40B4-BE49-F238E27FC236}">
                  <a16:creationId xmlns:a16="http://schemas.microsoft.com/office/drawing/2014/main" id="{9B170F5D-FD27-EE62-7EA7-FF0081D0FEFE}"/>
                </a:ext>
              </a:extLst>
            </p:cNvPr>
            <p:cNvSpPr/>
            <p:nvPr/>
          </p:nvSpPr>
          <p:spPr>
            <a:xfrm>
              <a:off x="8295513" y="8262120"/>
              <a:ext cx="376367" cy="2304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C2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8" name="직사각형 417">
              <a:extLst>
                <a:ext uri="{FF2B5EF4-FFF2-40B4-BE49-F238E27FC236}">
                  <a16:creationId xmlns:a16="http://schemas.microsoft.com/office/drawing/2014/main" id="{A9A71643-9510-ECBB-70F3-F42B8F085DB2}"/>
                </a:ext>
              </a:extLst>
            </p:cNvPr>
            <p:cNvSpPr/>
            <p:nvPr/>
          </p:nvSpPr>
          <p:spPr>
            <a:xfrm>
              <a:off x="8295513" y="7694249"/>
              <a:ext cx="376367" cy="2304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</a:p>
          </p:txBody>
        </p:sp>
        <p:sp>
          <p:nvSpPr>
            <p:cNvPr id="419" name="직사각형 418">
              <a:extLst>
                <a:ext uri="{FF2B5EF4-FFF2-40B4-BE49-F238E27FC236}">
                  <a16:creationId xmlns:a16="http://schemas.microsoft.com/office/drawing/2014/main" id="{FAA39276-B33D-58FC-6152-8F940F722808}"/>
                </a:ext>
              </a:extLst>
            </p:cNvPr>
            <p:cNvSpPr/>
            <p:nvPr/>
          </p:nvSpPr>
          <p:spPr>
            <a:xfrm>
              <a:off x="8295513" y="7378273"/>
              <a:ext cx="376367" cy="2304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B2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" name="직사각형 419">
              <a:extLst>
                <a:ext uri="{FF2B5EF4-FFF2-40B4-BE49-F238E27FC236}">
                  <a16:creationId xmlns:a16="http://schemas.microsoft.com/office/drawing/2014/main" id="{E7D7A389-2584-4D92-A6C6-5B04D4A5FF34}"/>
                </a:ext>
              </a:extLst>
            </p:cNvPr>
            <p:cNvSpPr/>
            <p:nvPr/>
          </p:nvSpPr>
          <p:spPr>
            <a:xfrm>
              <a:off x="8295511" y="8650561"/>
              <a:ext cx="376370" cy="223313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3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421" name="직사각형 420">
              <a:extLst>
                <a:ext uri="{FF2B5EF4-FFF2-40B4-BE49-F238E27FC236}">
                  <a16:creationId xmlns:a16="http://schemas.microsoft.com/office/drawing/2014/main" id="{298B060D-4E20-36D7-CBD7-BB3F484FCFD9}"/>
                </a:ext>
              </a:extLst>
            </p:cNvPr>
            <p:cNvSpPr/>
            <p:nvPr/>
          </p:nvSpPr>
          <p:spPr>
            <a:xfrm rot="5400000">
              <a:off x="8376416" y="7978185"/>
              <a:ext cx="214559" cy="230480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→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422" name="자유형: 도형 421">
              <a:extLst>
                <a:ext uri="{FF2B5EF4-FFF2-40B4-BE49-F238E27FC236}">
                  <a16:creationId xmlns:a16="http://schemas.microsoft.com/office/drawing/2014/main" id="{D11ECCE3-2511-0261-8BE8-ED88F485C31F}"/>
                </a:ext>
              </a:extLst>
            </p:cNvPr>
            <p:cNvSpPr/>
            <p:nvPr/>
          </p:nvSpPr>
          <p:spPr>
            <a:xfrm flipH="1">
              <a:off x="8977109" y="6991467"/>
              <a:ext cx="283924" cy="1663434"/>
            </a:xfrm>
            <a:custGeom>
              <a:avLst/>
              <a:gdLst>
                <a:gd name="csX0" fmla="*/ 0 w 0"/>
                <a:gd name="csY0" fmla="*/ 0 h 2577737"/>
                <a:gd name="csX1" fmla="*/ 0 w 0"/>
                <a:gd name="csY1" fmla="*/ 2577737 h 25777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577737">
                  <a:moveTo>
                    <a:pt x="0" y="0"/>
                  </a:moveTo>
                  <a:lnTo>
                    <a:pt x="0" y="2577737"/>
                  </a:lnTo>
                </a:path>
              </a:pathLst>
            </a:custGeom>
            <a:noFill/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3" name="직사각형 422">
              <a:extLst>
                <a:ext uri="{FF2B5EF4-FFF2-40B4-BE49-F238E27FC236}">
                  <a16:creationId xmlns:a16="http://schemas.microsoft.com/office/drawing/2014/main" id="{1A263DBC-36ED-F6E6-6AF7-D865E8B4D39D}"/>
                </a:ext>
              </a:extLst>
            </p:cNvPr>
            <p:cNvSpPr/>
            <p:nvPr/>
          </p:nvSpPr>
          <p:spPr>
            <a:xfrm>
              <a:off x="8815196" y="8262120"/>
              <a:ext cx="376367" cy="2304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C3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5" name="직사각형 424">
              <a:extLst>
                <a:ext uri="{FF2B5EF4-FFF2-40B4-BE49-F238E27FC236}">
                  <a16:creationId xmlns:a16="http://schemas.microsoft.com/office/drawing/2014/main" id="{E1576ACC-6D84-157C-587F-AF79071F1225}"/>
                </a:ext>
              </a:extLst>
            </p:cNvPr>
            <p:cNvSpPr/>
            <p:nvPr/>
          </p:nvSpPr>
          <p:spPr>
            <a:xfrm>
              <a:off x="8815196" y="7694249"/>
              <a:ext cx="376367" cy="2304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C2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6" name="직사각형 425">
              <a:extLst>
                <a:ext uri="{FF2B5EF4-FFF2-40B4-BE49-F238E27FC236}">
                  <a16:creationId xmlns:a16="http://schemas.microsoft.com/office/drawing/2014/main" id="{BC33C922-DF77-6BB3-5A77-CF00440D4B8B}"/>
                </a:ext>
              </a:extLst>
            </p:cNvPr>
            <p:cNvSpPr/>
            <p:nvPr/>
          </p:nvSpPr>
          <p:spPr>
            <a:xfrm>
              <a:off x="8815196" y="7378273"/>
              <a:ext cx="376367" cy="2304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B3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7" name="직사각형 426">
              <a:extLst>
                <a:ext uri="{FF2B5EF4-FFF2-40B4-BE49-F238E27FC236}">
                  <a16:creationId xmlns:a16="http://schemas.microsoft.com/office/drawing/2014/main" id="{A92859E7-9501-4D78-13D8-4A1AA1267968}"/>
                </a:ext>
              </a:extLst>
            </p:cNvPr>
            <p:cNvSpPr/>
            <p:nvPr/>
          </p:nvSpPr>
          <p:spPr>
            <a:xfrm>
              <a:off x="8815194" y="8650561"/>
              <a:ext cx="376370" cy="223313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4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428" name="직사각형 427">
              <a:extLst>
                <a:ext uri="{FF2B5EF4-FFF2-40B4-BE49-F238E27FC236}">
                  <a16:creationId xmlns:a16="http://schemas.microsoft.com/office/drawing/2014/main" id="{C6BA083D-7D27-CF7D-24ED-DE8C710B3A1C}"/>
                </a:ext>
              </a:extLst>
            </p:cNvPr>
            <p:cNvSpPr/>
            <p:nvPr/>
          </p:nvSpPr>
          <p:spPr>
            <a:xfrm rot="5400000">
              <a:off x="8896099" y="7978185"/>
              <a:ext cx="214559" cy="230480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→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F7B137D5-35C8-6BB4-FC7E-0398A8CEA8B2}"/>
                </a:ext>
              </a:extLst>
            </p:cNvPr>
            <p:cNvSpPr/>
            <p:nvPr/>
          </p:nvSpPr>
          <p:spPr>
            <a:xfrm>
              <a:off x="534610" y="3253655"/>
              <a:ext cx="1563114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Matrix A (M, K)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5A6B1EBE-85D0-4FE6-4621-20B79C67B9F4}"/>
                </a:ext>
              </a:extLst>
            </p:cNvPr>
            <p:cNvSpPr/>
            <p:nvPr/>
          </p:nvSpPr>
          <p:spPr>
            <a:xfrm>
              <a:off x="534610" y="1648569"/>
              <a:ext cx="1563114" cy="15631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2" name="그룹 161">
              <a:extLst>
                <a:ext uri="{FF2B5EF4-FFF2-40B4-BE49-F238E27FC236}">
                  <a16:creationId xmlns:a16="http://schemas.microsoft.com/office/drawing/2014/main" id="{E5C6D6B7-BFE7-52CA-CC54-3E047B35BA56}"/>
                </a:ext>
              </a:extLst>
            </p:cNvPr>
            <p:cNvGrpSpPr/>
            <p:nvPr/>
          </p:nvGrpSpPr>
          <p:grpSpPr>
            <a:xfrm>
              <a:off x="580515" y="1690540"/>
              <a:ext cx="1471305" cy="1484017"/>
              <a:chOff x="746789" y="1361829"/>
              <a:chExt cx="1471305" cy="1484017"/>
            </a:xfrm>
          </p:grpSpPr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8D99CD0D-5CEC-874F-0303-5A8DE006A23C}"/>
                  </a:ext>
                </a:extLst>
              </p:cNvPr>
              <p:cNvSpPr/>
              <p:nvPr/>
            </p:nvSpPr>
            <p:spPr>
              <a:xfrm>
                <a:off x="746789" y="1361829"/>
                <a:ext cx="1471305" cy="33792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A0</a:t>
                </a:r>
                <a:endParaRPr lang="ko-KR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6" name="직사각형 185">
                <a:extLst>
                  <a:ext uri="{FF2B5EF4-FFF2-40B4-BE49-F238E27FC236}">
                    <a16:creationId xmlns:a16="http://schemas.microsoft.com/office/drawing/2014/main" id="{99B1B175-4DFC-F40E-0AD4-54CE4E0A8F0D}"/>
                  </a:ext>
                </a:extLst>
              </p:cNvPr>
              <p:cNvSpPr/>
              <p:nvPr/>
            </p:nvSpPr>
            <p:spPr>
              <a:xfrm>
                <a:off x="746789" y="1743860"/>
                <a:ext cx="1471305" cy="33792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A1</a:t>
                </a:r>
                <a:endParaRPr lang="ko-KR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9D249CBC-069D-33F1-822F-F6324BA186DB}"/>
                  </a:ext>
                </a:extLst>
              </p:cNvPr>
              <p:cNvSpPr/>
              <p:nvPr/>
            </p:nvSpPr>
            <p:spPr>
              <a:xfrm>
                <a:off x="746789" y="2125892"/>
                <a:ext cx="1471305" cy="33792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A2</a:t>
                </a:r>
                <a:endParaRPr lang="ko-KR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2CCD7193-6A59-EB7B-599F-6D20078F4F69}"/>
                  </a:ext>
                </a:extLst>
              </p:cNvPr>
              <p:cNvSpPr/>
              <p:nvPr/>
            </p:nvSpPr>
            <p:spPr>
              <a:xfrm>
                <a:off x="746789" y="2507924"/>
                <a:ext cx="1471305" cy="33792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A3</a:t>
                </a:r>
                <a:endParaRPr lang="ko-KR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3" name="자유형: 도형 162">
              <a:extLst>
                <a:ext uri="{FF2B5EF4-FFF2-40B4-BE49-F238E27FC236}">
                  <a16:creationId xmlns:a16="http://schemas.microsoft.com/office/drawing/2014/main" id="{AC0539D1-5477-1763-CC1D-1FD2DD0B60EE}"/>
                </a:ext>
              </a:extLst>
            </p:cNvPr>
            <p:cNvSpPr/>
            <p:nvPr/>
          </p:nvSpPr>
          <p:spPr>
            <a:xfrm>
              <a:off x="490204" y="1602134"/>
              <a:ext cx="160174" cy="162446"/>
            </a:xfrm>
            <a:custGeom>
              <a:avLst/>
              <a:gdLst>
                <a:gd name="csX0" fmla="*/ 0 w 191861"/>
                <a:gd name="csY0" fmla="*/ 194582 h 194582"/>
                <a:gd name="csX1" fmla="*/ 0 w 191861"/>
                <a:gd name="csY1" fmla="*/ 0 h 194582"/>
                <a:gd name="csX2" fmla="*/ 191861 w 191861"/>
                <a:gd name="csY2" fmla="*/ 0 h 194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1861" h="194582">
                  <a:moveTo>
                    <a:pt x="0" y="194582"/>
                  </a:moveTo>
                  <a:lnTo>
                    <a:pt x="0" y="0"/>
                  </a:lnTo>
                  <a:lnTo>
                    <a:pt x="19186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headEnd type="arrow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AF36FA01-9139-5E40-5E89-587C34E29F1F}"/>
                </a:ext>
              </a:extLst>
            </p:cNvPr>
            <p:cNvSpPr/>
            <p:nvPr/>
          </p:nvSpPr>
          <p:spPr>
            <a:xfrm>
              <a:off x="302760" y="1616902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1F99214A-09CF-0374-E0D9-140BD181B7EC}"/>
                </a:ext>
              </a:extLst>
            </p:cNvPr>
            <p:cNvSpPr/>
            <p:nvPr/>
          </p:nvSpPr>
          <p:spPr>
            <a:xfrm>
              <a:off x="468509" y="1440312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K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973F07ED-8692-ED4B-7960-D075CA245A72}"/>
                </a:ext>
              </a:extLst>
            </p:cNvPr>
            <p:cNvSpPr/>
            <p:nvPr/>
          </p:nvSpPr>
          <p:spPr>
            <a:xfrm>
              <a:off x="2599151" y="3253655"/>
              <a:ext cx="1563114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Matrix B (K, N)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5A2E8194-517C-AB32-34E9-16176F34DD7A}"/>
                </a:ext>
              </a:extLst>
            </p:cNvPr>
            <p:cNvSpPr/>
            <p:nvPr/>
          </p:nvSpPr>
          <p:spPr>
            <a:xfrm>
              <a:off x="2590835" y="1648569"/>
              <a:ext cx="1563114" cy="156311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AC2FDEB2-9A91-70E9-FFAE-ECB0537A6A72}"/>
                </a:ext>
              </a:extLst>
            </p:cNvPr>
            <p:cNvSpPr/>
            <p:nvPr/>
          </p:nvSpPr>
          <p:spPr>
            <a:xfrm>
              <a:off x="2636740" y="1690540"/>
              <a:ext cx="1471305" cy="148401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B0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자유형: 도형 168">
              <a:extLst>
                <a:ext uri="{FF2B5EF4-FFF2-40B4-BE49-F238E27FC236}">
                  <a16:creationId xmlns:a16="http://schemas.microsoft.com/office/drawing/2014/main" id="{96145D14-06D1-924C-BBB5-6BF6E7A4F108}"/>
                </a:ext>
              </a:extLst>
            </p:cNvPr>
            <p:cNvSpPr/>
            <p:nvPr/>
          </p:nvSpPr>
          <p:spPr>
            <a:xfrm>
              <a:off x="2546077" y="1602134"/>
              <a:ext cx="160174" cy="162446"/>
            </a:xfrm>
            <a:custGeom>
              <a:avLst/>
              <a:gdLst>
                <a:gd name="csX0" fmla="*/ 0 w 191861"/>
                <a:gd name="csY0" fmla="*/ 194582 h 194582"/>
                <a:gd name="csX1" fmla="*/ 0 w 191861"/>
                <a:gd name="csY1" fmla="*/ 0 h 194582"/>
                <a:gd name="csX2" fmla="*/ 191861 w 191861"/>
                <a:gd name="csY2" fmla="*/ 0 h 194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1861" h="194582">
                  <a:moveTo>
                    <a:pt x="0" y="194582"/>
                  </a:moveTo>
                  <a:lnTo>
                    <a:pt x="0" y="0"/>
                  </a:lnTo>
                  <a:lnTo>
                    <a:pt x="19186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headEnd type="arrow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B028BEA6-34F6-01D2-4B1C-5EF92CB0A606}"/>
                </a:ext>
              </a:extLst>
            </p:cNvPr>
            <p:cNvSpPr/>
            <p:nvPr/>
          </p:nvSpPr>
          <p:spPr>
            <a:xfrm>
              <a:off x="2358633" y="1616902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K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F739428B-ECE8-7AEC-7422-D3254C69275D}"/>
                </a:ext>
              </a:extLst>
            </p:cNvPr>
            <p:cNvSpPr/>
            <p:nvPr/>
          </p:nvSpPr>
          <p:spPr>
            <a:xfrm>
              <a:off x="2524382" y="1440312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N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BFB12D0C-C70D-549F-3605-70DFCF127A31}"/>
                </a:ext>
              </a:extLst>
            </p:cNvPr>
            <p:cNvSpPr/>
            <p:nvPr/>
          </p:nvSpPr>
          <p:spPr>
            <a:xfrm>
              <a:off x="4647060" y="3255834"/>
              <a:ext cx="1563114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Matrix C (M, N)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AA2762B3-9786-746E-70AB-295986E0A5B1}"/>
                </a:ext>
              </a:extLst>
            </p:cNvPr>
            <p:cNvSpPr/>
            <p:nvPr/>
          </p:nvSpPr>
          <p:spPr>
            <a:xfrm>
              <a:off x="4647060" y="1650748"/>
              <a:ext cx="1563114" cy="156311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5DD9953B-53FE-E5B8-07FF-BB8A6E6B8F00}"/>
                </a:ext>
              </a:extLst>
            </p:cNvPr>
            <p:cNvSpPr/>
            <p:nvPr/>
          </p:nvSpPr>
          <p:spPr>
            <a:xfrm>
              <a:off x="4692965" y="1692719"/>
              <a:ext cx="1471305" cy="33792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C0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6C94370C-7837-B84E-86F2-D325AD564C03}"/>
                </a:ext>
              </a:extLst>
            </p:cNvPr>
            <p:cNvSpPr/>
            <p:nvPr/>
          </p:nvSpPr>
          <p:spPr>
            <a:xfrm>
              <a:off x="4692965" y="2074750"/>
              <a:ext cx="1471305" cy="33792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3C11B6F2-5B2B-481F-3BE6-C612F02ABA20}"/>
                </a:ext>
              </a:extLst>
            </p:cNvPr>
            <p:cNvSpPr/>
            <p:nvPr/>
          </p:nvSpPr>
          <p:spPr>
            <a:xfrm>
              <a:off x="4692965" y="2456782"/>
              <a:ext cx="1471305" cy="33792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C2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EB9F1578-D384-0138-D47C-42FD07590D5D}"/>
                </a:ext>
              </a:extLst>
            </p:cNvPr>
            <p:cNvSpPr/>
            <p:nvPr/>
          </p:nvSpPr>
          <p:spPr>
            <a:xfrm>
              <a:off x="4692965" y="2838814"/>
              <a:ext cx="1471305" cy="33792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C3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자유형: 도형 177">
              <a:extLst>
                <a:ext uri="{FF2B5EF4-FFF2-40B4-BE49-F238E27FC236}">
                  <a16:creationId xmlns:a16="http://schemas.microsoft.com/office/drawing/2014/main" id="{50DD4ADE-CCA3-9CCC-C472-AE1C384ED80D}"/>
                </a:ext>
              </a:extLst>
            </p:cNvPr>
            <p:cNvSpPr/>
            <p:nvPr/>
          </p:nvSpPr>
          <p:spPr>
            <a:xfrm>
              <a:off x="4602654" y="1604313"/>
              <a:ext cx="160174" cy="162446"/>
            </a:xfrm>
            <a:custGeom>
              <a:avLst/>
              <a:gdLst>
                <a:gd name="csX0" fmla="*/ 0 w 191861"/>
                <a:gd name="csY0" fmla="*/ 194582 h 194582"/>
                <a:gd name="csX1" fmla="*/ 0 w 191861"/>
                <a:gd name="csY1" fmla="*/ 0 h 194582"/>
                <a:gd name="csX2" fmla="*/ 191861 w 191861"/>
                <a:gd name="csY2" fmla="*/ 0 h 194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1861" h="194582">
                  <a:moveTo>
                    <a:pt x="0" y="194582"/>
                  </a:moveTo>
                  <a:lnTo>
                    <a:pt x="0" y="0"/>
                  </a:lnTo>
                  <a:lnTo>
                    <a:pt x="19186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headEnd type="arrow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096A03F8-430A-1D29-AF86-B327C02E12FC}"/>
                </a:ext>
              </a:extLst>
            </p:cNvPr>
            <p:cNvSpPr/>
            <p:nvPr/>
          </p:nvSpPr>
          <p:spPr>
            <a:xfrm>
              <a:off x="4415210" y="1619081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4262F8DC-9543-FD9C-C40D-868B62D841A4}"/>
                </a:ext>
              </a:extLst>
            </p:cNvPr>
            <p:cNvSpPr/>
            <p:nvPr/>
          </p:nvSpPr>
          <p:spPr>
            <a:xfrm>
              <a:off x="4580959" y="1442491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N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직사각형 180">
                  <a:extLst>
                    <a:ext uri="{FF2B5EF4-FFF2-40B4-BE49-F238E27FC236}">
                      <a16:creationId xmlns:a16="http://schemas.microsoft.com/office/drawing/2014/main" id="{E9B9AAB6-6828-5DCD-85C5-4001CA6F05E8}"/>
                    </a:ext>
                  </a:extLst>
                </p:cNvPr>
                <p:cNvSpPr/>
                <p:nvPr/>
              </p:nvSpPr>
              <p:spPr>
                <a:xfrm>
                  <a:off x="2095083" y="2248369"/>
                  <a:ext cx="498392" cy="363515"/>
                </a:xfrm>
                <a:prstGeom prst="rect">
                  <a:avLst/>
                </a:prstGeom>
                <a:noFill/>
                <a:ln w="254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81" name="직사각형 180">
                  <a:extLst>
                    <a:ext uri="{FF2B5EF4-FFF2-40B4-BE49-F238E27FC236}">
                      <a16:creationId xmlns:a16="http://schemas.microsoft.com/office/drawing/2014/main" id="{E9B9AAB6-6828-5DCD-85C5-4001CA6F05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5083" y="2248369"/>
                  <a:ext cx="498392" cy="363515"/>
                </a:xfrm>
                <a:prstGeom prst="rect">
                  <a:avLst/>
                </a:prstGeom>
                <a:blipFill>
                  <a:blip r:embed="rId3"/>
                  <a:stretch>
                    <a:fillRect b="-8475"/>
                  </a:stretch>
                </a:blipFill>
                <a:ln w="2540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8B785202-13DA-3F8F-FC83-36C1D21C662D}"/>
                </a:ext>
              </a:extLst>
            </p:cNvPr>
            <p:cNvSpPr/>
            <p:nvPr/>
          </p:nvSpPr>
          <p:spPr>
            <a:xfrm>
              <a:off x="4151308" y="2250548"/>
              <a:ext cx="498392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=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83" name="왼쪽 중괄호 182">
              <a:extLst>
                <a:ext uri="{FF2B5EF4-FFF2-40B4-BE49-F238E27FC236}">
                  <a16:creationId xmlns:a16="http://schemas.microsoft.com/office/drawing/2014/main" id="{DD35E4C8-9E9E-20D6-C9B3-2760A65D4CBA}"/>
                </a:ext>
              </a:extLst>
            </p:cNvPr>
            <p:cNvSpPr/>
            <p:nvPr/>
          </p:nvSpPr>
          <p:spPr>
            <a:xfrm>
              <a:off x="321979" y="1857394"/>
              <a:ext cx="201039" cy="1149617"/>
            </a:xfrm>
            <a:prstGeom prst="leftBrace">
              <a:avLst>
                <a:gd name="adj1" fmla="val 61072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직사각형 183">
                  <a:extLst>
                    <a:ext uri="{FF2B5EF4-FFF2-40B4-BE49-F238E27FC236}">
                      <a16:creationId xmlns:a16="http://schemas.microsoft.com/office/drawing/2014/main" id="{5E52200F-9527-95DC-A2CC-AB2718A8FE0E}"/>
                    </a:ext>
                  </a:extLst>
                </p:cNvPr>
                <p:cNvSpPr/>
                <p:nvPr/>
              </p:nvSpPr>
              <p:spPr>
                <a:xfrm>
                  <a:off x="-110737" y="2248369"/>
                  <a:ext cx="472024" cy="363515"/>
                </a:xfrm>
                <a:prstGeom prst="rect">
                  <a:avLst/>
                </a:prstGeom>
                <a:noFill/>
                <a:ln w="254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나눔스퀘어" panose="020B0600000101010101" pitchFamily="50" charset="-127"/>
                            <a:cs typeface="Times New Roman" panose="02020603050405020304" pitchFamily="18" charset="0"/>
                          </a:rPr>
                          <m:t>𝑻</m:t>
                        </m:r>
                        <m:sSub>
                          <m:sSubPr>
                            <m:ctrlPr>
                              <a:rPr lang="en-US" altLang="ko-KR" sz="1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Times New Roman" panose="020206030504050203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sz="1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Times New Roman" panose="02020603050405020304" pitchFamily="18" charset="0"/>
                              </a:rPr>
                              <m:t>𝒎</m:t>
                            </m:r>
                          </m:sub>
                        </m:sSub>
                      </m:oMath>
                    </m:oMathPara>
                  </a14:m>
                  <a:endParaRPr lang="ko-KR" altLang="en-US" sz="11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4" name="직사각형 183">
                  <a:extLst>
                    <a:ext uri="{FF2B5EF4-FFF2-40B4-BE49-F238E27FC236}">
                      <a16:creationId xmlns:a16="http://schemas.microsoft.com/office/drawing/2014/main" id="{5E52200F-9527-95DC-A2CC-AB2718A8FE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0737" y="2248369"/>
                  <a:ext cx="472024" cy="3635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0" name="이등변 삼각형 569">
              <a:extLst>
                <a:ext uri="{FF2B5EF4-FFF2-40B4-BE49-F238E27FC236}">
                  <a16:creationId xmlns:a16="http://schemas.microsoft.com/office/drawing/2014/main" id="{FDE8CA6F-405B-BF4B-811D-CBEB108B12D7}"/>
                </a:ext>
              </a:extLst>
            </p:cNvPr>
            <p:cNvSpPr/>
            <p:nvPr/>
          </p:nvSpPr>
          <p:spPr>
            <a:xfrm rot="5400000">
              <a:off x="5415849" y="2420701"/>
              <a:ext cx="2176858" cy="216082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8" name="직사각형 567">
              <a:extLst>
                <a:ext uri="{FF2B5EF4-FFF2-40B4-BE49-F238E27FC236}">
                  <a16:creationId xmlns:a16="http://schemas.microsoft.com/office/drawing/2014/main" id="{45EB30EA-C149-4794-DE5D-AF1F67674B1F}"/>
                </a:ext>
              </a:extLst>
            </p:cNvPr>
            <p:cNvSpPr/>
            <p:nvPr/>
          </p:nvSpPr>
          <p:spPr>
            <a:xfrm>
              <a:off x="4284615" y="3584599"/>
              <a:ext cx="1563114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(a)</a:t>
              </a:r>
              <a:endParaRPr lang="ko-KR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2" name="직사각형 451">
                  <a:extLst>
                    <a:ext uri="{FF2B5EF4-FFF2-40B4-BE49-F238E27FC236}">
                      <a16:creationId xmlns:a16="http://schemas.microsoft.com/office/drawing/2014/main" id="{AE67D688-794D-210B-6793-B8B0AD5D561A}"/>
                    </a:ext>
                  </a:extLst>
                </p:cNvPr>
                <p:cNvSpPr/>
                <p:nvPr/>
              </p:nvSpPr>
              <p:spPr>
                <a:xfrm>
                  <a:off x="3132487" y="3706995"/>
                  <a:ext cx="502072" cy="364496"/>
                </a:xfrm>
                <a:prstGeom prst="rect">
                  <a:avLst/>
                </a:prstGeom>
                <a:noFill/>
                <a:ln w="254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나눔스퀘어" panose="020B0600000101010101" pitchFamily="50" charset="-127"/>
                            <a:cs typeface="Times New Roman" panose="02020603050405020304" pitchFamily="18" charset="0"/>
                          </a:rPr>
                          <m:t>𝑻</m:t>
                        </m:r>
                        <m:sSub>
                          <m:sSubPr>
                            <m:ctrlPr>
                              <a:rPr lang="en-US" altLang="ko-KR" sz="1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Times New Roman" panose="020206030504050203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sz="1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ko-KR" altLang="en-US" sz="11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2" name="직사각형 451">
                  <a:extLst>
                    <a:ext uri="{FF2B5EF4-FFF2-40B4-BE49-F238E27FC236}">
                      <a16:creationId xmlns:a16="http://schemas.microsoft.com/office/drawing/2014/main" id="{AE67D688-794D-210B-6793-B8B0AD5D56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2487" y="3706995"/>
                  <a:ext cx="502072" cy="36449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540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0" name="직사각형 539">
              <a:extLst>
                <a:ext uri="{FF2B5EF4-FFF2-40B4-BE49-F238E27FC236}">
                  <a16:creationId xmlns:a16="http://schemas.microsoft.com/office/drawing/2014/main" id="{D0E4C0CD-D4C9-0243-C8F0-5FB760437B1D}"/>
                </a:ext>
              </a:extLst>
            </p:cNvPr>
            <p:cNvSpPr/>
            <p:nvPr/>
          </p:nvSpPr>
          <p:spPr>
            <a:xfrm>
              <a:off x="4646042" y="4224074"/>
              <a:ext cx="1564132" cy="15641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1" name="직사각형 540">
              <a:extLst>
                <a:ext uri="{FF2B5EF4-FFF2-40B4-BE49-F238E27FC236}">
                  <a16:creationId xmlns:a16="http://schemas.microsoft.com/office/drawing/2014/main" id="{476A0C66-DEA7-813C-EC7F-1778EEE75B47}"/>
                </a:ext>
              </a:extLst>
            </p:cNvPr>
            <p:cNvSpPr/>
            <p:nvPr/>
          </p:nvSpPr>
          <p:spPr>
            <a:xfrm>
              <a:off x="4689202" y="4265428"/>
              <a:ext cx="348907" cy="148498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C0</a:t>
              </a:r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2" name="직사각형 541">
              <a:extLst>
                <a:ext uri="{FF2B5EF4-FFF2-40B4-BE49-F238E27FC236}">
                  <a16:creationId xmlns:a16="http://schemas.microsoft.com/office/drawing/2014/main" id="{22197506-7A67-DDB6-0E02-8A0DB1B16438}"/>
                </a:ext>
              </a:extLst>
            </p:cNvPr>
            <p:cNvSpPr/>
            <p:nvPr/>
          </p:nvSpPr>
          <p:spPr>
            <a:xfrm>
              <a:off x="5068460" y="4265428"/>
              <a:ext cx="348907" cy="148498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3" name="직사각형 542">
              <a:extLst>
                <a:ext uri="{FF2B5EF4-FFF2-40B4-BE49-F238E27FC236}">
                  <a16:creationId xmlns:a16="http://schemas.microsoft.com/office/drawing/2014/main" id="{E0C3ED6E-C48B-C670-3D7F-9F83C1C4DBEA}"/>
                </a:ext>
              </a:extLst>
            </p:cNvPr>
            <p:cNvSpPr/>
            <p:nvPr/>
          </p:nvSpPr>
          <p:spPr>
            <a:xfrm>
              <a:off x="5447718" y="4265428"/>
              <a:ext cx="348907" cy="148498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C2</a:t>
              </a:r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4" name="직사각형 543">
              <a:extLst>
                <a:ext uri="{FF2B5EF4-FFF2-40B4-BE49-F238E27FC236}">
                  <a16:creationId xmlns:a16="http://schemas.microsoft.com/office/drawing/2014/main" id="{7D068A7A-A964-3C18-C4C6-4B3A5C257B65}"/>
                </a:ext>
              </a:extLst>
            </p:cNvPr>
            <p:cNvSpPr/>
            <p:nvPr/>
          </p:nvSpPr>
          <p:spPr>
            <a:xfrm>
              <a:off x="5826977" y="4265428"/>
              <a:ext cx="348907" cy="148498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C3</a:t>
              </a:r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5" name="직사각형 544">
              <a:extLst>
                <a:ext uri="{FF2B5EF4-FFF2-40B4-BE49-F238E27FC236}">
                  <a16:creationId xmlns:a16="http://schemas.microsoft.com/office/drawing/2014/main" id="{001BF691-434A-B0C7-8C91-A72AE7C84DA7}"/>
                </a:ext>
              </a:extLst>
            </p:cNvPr>
            <p:cNvSpPr/>
            <p:nvPr/>
          </p:nvSpPr>
          <p:spPr>
            <a:xfrm>
              <a:off x="2589447" y="4217674"/>
              <a:ext cx="1567334" cy="15673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6" name="왼쪽 중괄호 545">
              <a:extLst>
                <a:ext uri="{FF2B5EF4-FFF2-40B4-BE49-F238E27FC236}">
                  <a16:creationId xmlns:a16="http://schemas.microsoft.com/office/drawing/2014/main" id="{C42974F1-6AE5-A923-4F63-930A89EC006D}"/>
                </a:ext>
              </a:extLst>
            </p:cNvPr>
            <p:cNvSpPr/>
            <p:nvPr/>
          </p:nvSpPr>
          <p:spPr>
            <a:xfrm rot="5400000">
              <a:off x="3278318" y="3534986"/>
              <a:ext cx="201582" cy="1137644"/>
            </a:xfrm>
            <a:prstGeom prst="leftBrace">
              <a:avLst>
                <a:gd name="adj1" fmla="val 61072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7" name="직사각형 546">
              <a:extLst>
                <a:ext uri="{FF2B5EF4-FFF2-40B4-BE49-F238E27FC236}">
                  <a16:creationId xmlns:a16="http://schemas.microsoft.com/office/drawing/2014/main" id="{F4190188-1D5A-F684-5133-9018D20BA002}"/>
                </a:ext>
              </a:extLst>
            </p:cNvPr>
            <p:cNvSpPr/>
            <p:nvPr/>
          </p:nvSpPr>
          <p:spPr>
            <a:xfrm>
              <a:off x="2635477" y="4259758"/>
              <a:ext cx="349622" cy="148802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B0</a:t>
              </a:r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8" name="직사각형 547">
              <a:extLst>
                <a:ext uri="{FF2B5EF4-FFF2-40B4-BE49-F238E27FC236}">
                  <a16:creationId xmlns:a16="http://schemas.microsoft.com/office/drawing/2014/main" id="{9DC38D25-F6F2-5C7A-3B56-F0FE302C003C}"/>
                </a:ext>
              </a:extLst>
            </p:cNvPr>
            <p:cNvSpPr/>
            <p:nvPr/>
          </p:nvSpPr>
          <p:spPr>
            <a:xfrm>
              <a:off x="3015511" y="4259758"/>
              <a:ext cx="349622" cy="148802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B1</a:t>
              </a:r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9" name="직사각형 548">
              <a:extLst>
                <a:ext uri="{FF2B5EF4-FFF2-40B4-BE49-F238E27FC236}">
                  <a16:creationId xmlns:a16="http://schemas.microsoft.com/office/drawing/2014/main" id="{F4B9305A-18BC-E85E-D4C4-19E7B9766137}"/>
                </a:ext>
              </a:extLst>
            </p:cNvPr>
            <p:cNvSpPr/>
            <p:nvPr/>
          </p:nvSpPr>
          <p:spPr>
            <a:xfrm>
              <a:off x="3395545" y="4259758"/>
              <a:ext cx="349622" cy="148802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B2</a:t>
              </a:r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0" name="직사각형 549">
              <a:extLst>
                <a:ext uri="{FF2B5EF4-FFF2-40B4-BE49-F238E27FC236}">
                  <a16:creationId xmlns:a16="http://schemas.microsoft.com/office/drawing/2014/main" id="{8A10A8DA-60DF-0B5A-537B-9591C37BB784}"/>
                </a:ext>
              </a:extLst>
            </p:cNvPr>
            <p:cNvSpPr/>
            <p:nvPr/>
          </p:nvSpPr>
          <p:spPr>
            <a:xfrm>
              <a:off x="3775580" y="4259758"/>
              <a:ext cx="349622" cy="148802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B3</a:t>
              </a:r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1" name="직사각형 550">
              <a:extLst>
                <a:ext uri="{FF2B5EF4-FFF2-40B4-BE49-F238E27FC236}">
                  <a16:creationId xmlns:a16="http://schemas.microsoft.com/office/drawing/2014/main" id="{1EB07487-DAE1-E5EB-D930-021D13446186}"/>
                </a:ext>
              </a:extLst>
            </p:cNvPr>
            <p:cNvSpPr/>
            <p:nvPr/>
          </p:nvSpPr>
          <p:spPr>
            <a:xfrm>
              <a:off x="532315" y="5826981"/>
              <a:ext cx="1563114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Matrix A (M, K)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552" name="직사각형 551">
              <a:extLst>
                <a:ext uri="{FF2B5EF4-FFF2-40B4-BE49-F238E27FC236}">
                  <a16:creationId xmlns:a16="http://schemas.microsoft.com/office/drawing/2014/main" id="{DB6BF41B-A135-404F-6672-43B6AC11A6C7}"/>
                </a:ext>
              </a:extLst>
            </p:cNvPr>
            <p:cNvSpPr/>
            <p:nvPr/>
          </p:nvSpPr>
          <p:spPr>
            <a:xfrm>
              <a:off x="532315" y="4221895"/>
              <a:ext cx="1563114" cy="15631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3" name="직사각형 552">
              <a:extLst>
                <a:ext uri="{FF2B5EF4-FFF2-40B4-BE49-F238E27FC236}">
                  <a16:creationId xmlns:a16="http://schemas.microsoft.com/office/drawing/2014/main" id="{B45A0914-75F2-E568-6E52-65025E522582}"/>
                </a:ext>
              </a:extLst>
            </p:cNvPr>
            <p:cNvSpPr/>
            <p:nvPr/>
          </p:nvSpPr>
          <p:spPr>
            <a:xfrm>
              <a:off x="578220" y="4263865"/>
              <a:ext cx="1471305" cy="148401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A0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4" name="자유형: 도형 553">
              <a:extLst>
                <a:ext uri="{FF2B5EF4-FFF2-40B4-BE49-F238E27FC236}">
                  <a16:creationId xmlns:a16="http://schemas.microsoft.com/office/drawing/2014/main" id="{B10A08B7-A9D8-D823-3087-959BDDD552CB}"/>
                </a:ext>
              </a:extLst>
            </p:cNvPr>
            <p:cNvSpPr/>
            <p:nvPr/>
          </p:nvSpPr>
          <p:spPr>
            <a:xfrm>
              <a:off x="487909" y="4175460"/>
              <a:ext cx="160174" cy="162446"/>
            </a:xfrm>
            <a:custGeom>
              <a:avLst/>
              <a:gdLst>
                <a:gd name="csX0" fmla="*/ 0 w 191861"/>
                <a:gd name="csY0" fmla="*/ 194582 h 194582"/>
                <a:gd name="csX1" fmla="*/ 0 w 191861"/>
                <a:gd name="csY1" fmla="*/ 0 h 194582"/>
                <a:gd name="csX2" fmla="*/ 191861 w 191861"/>
                <a:gd name="csY2" fmla="*/ 0 h 194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1861" h="194582">
                  <a:moveTo>
                    <a:pt x="0" y="194582"/>
                  </a:moveTo>
                  <a:lnTo>
                    <a:pt x="0" y="0"/>
                  </a:lnTo>
                  <a:lnTo>
                    <a:pt x="19186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headEnd type="arrow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5" name="직사각형 554">
              <a:extLst>
                <a:ext uri="{FF2B5EF4-FFF2-40B4-BE49-F238E27FC236}">
                  <a16:creationId xmlns:a16="http://schemas.microsoft.com/office/drawing/2014/main" id="{A4998460-8821-4B7B-2C08-FCE3BD29433E}"/>
                </a:ext>
              </a:extLst>
            </p:cNvPr>
            <p:cNvSpPr/>
            <p:nvPr/>
          </p:nvSpPr>
          <p:spPr>
            <a:xfrm>
              <a:off x="300465" y="4190228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556" name="직사각형 555">
              <a:extLst>
                <a:ext uri="{FF2B5EF4-FFF2-40B4-BE49-F238E27FC236}">
                  <a16:creationId xmlns:a16="http://schemas.microsoft.com/office/drawing/2014/main" id="{EABD95C6-0F30-52D6-771A-237A68D8FDD4}"/>
                </a:ext>
              </a:extLst>
            </p:cNvPr>
            <p:cNvSpPr/>
            <p:nvPr/>
          </p:nvSpPr>
          <p:spPr>
            <a:xfrm>
              <a:off x="466214" y="4013638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K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557" name="직사각형 556">
              <a:extLst>
                <a:ext uri="{FF2B5EF4-FFF2-40B4-BE49-F238E27FC236}">
                  <a16:creationId xmlns:a16="http://schemas.microsoft.com/office/drawing/2014/main" id="{06E2E0C8-CE28-E2C1-79F8-0D8D6430C84A}"/>
                </a:ext>
              </a:extLst>
            </p:cNvPr>
            <p:cNvSpPr/>
            <p:nvPr/>
          </p:nvSpPr>
          <p:spPr>
            <a:xfrm>
              <a:off x="2596856" y="5826981"/>
              <a:ext cx="1563114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Matrix B (K, N)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558" name="자유형: 도형 557">
              <a:extLst>
                <a:ext uri="{FF2B5EF4-FFF2-40B4-BE49-F238E27FC236}">
                  <a16:creationId xmlns:a16="http://schemas.microsoft.com/office/drawing/2014/main" id="{34375FA1-C895-BF00-414D-CDBED86923B5}"/>
                </a:ext>
              </a:extLst>
            </p:cNvPr>
            <p:cNvSpPr/>
            <p:nvPr/>
          </p:nvSpPr>
          <p:spPr>
            <a:xfrm>
              <a:off x="2543782" y="4175460"/>
              <a:ext cx="160174" cy="162446"/>
            </a:xfrm>
            <a:custGeom>
              <a:avLst/>
              <a:gdLst>
                <a:gd name="csX0" fmla="*/ 0 w 191861"/>
                <a:gd name="csY0" fmla="*/ 194582 h 194582"/>
                <a:gd name="csX1" fmla="*/ 0 w 191861"/>
                <a:gd name="csY1" fmla="*/ 0 h 194582"/>
                <a:gd name="csX2" fmla="*/ 191861 w 191861"/>
                <a:gd name="csY2" fmla="*/ 0 h 194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1861" h="194582">
                  <a:moveTo>
                    <a:pt x="0" y="194582"/>
                  </a:moveTo>
                  <a:lnTo>
                    <a:pt x="0" y="0"/>
                  </a:lnTo>
                  <a:lnTo>
                    <a:pt x="19186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headEnd type="arrow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9" name="직사각형 558">
              <a:extLst>
                <a:ext uri="{FF2B5EF4-FFF2-40B4-BE49-F238E27FC236}">
                  <a16:creationId xmlns:a16="http://schemas.microsoft.com/office/drawing/2014/main" id="{774F67D6-916F-F372-3208-724172F9BC9A}"/>
                </a:ext>
              </a:extLst>
            </p:cNvPr>
            <p:cNvSpPr/>
            <p:nvPr/>
          </p:nvSpPr>
          <p:spPr>
            <a:xfrm>
              <a:off x="2356338" y="4190228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K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560" name="직사각형 559">
              <a:extLst>
                <a:ext uri="{FF2B5EF4-FFF2-40B4-BE49-F238E27FC236}">
                  <a16:creationId xmlns:a16="http://schemas.microsoft.com/office/drawing/2014/main" id="{55156963-6324-9C71-8465-F50BC8A95D45}"/>
                </a:ext>
              </a:extLst>
            </p:cNvPr>
            <p:cNvSpPr/>
            <p:nvPr/>
          </p:nvSpPr>
          <p:spPr>
            <a:xfrm>
              <a:off x="2522087" y="4013638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N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561" name="직사각형 560">
              <a:extLst>
                <a:ext uri="{FF2B5EF4-FFF2-40B4-BE49-F238E27FC236}">
                  <a16:creationId xmlns:a16="http://schemas.microsoft.com/office/drawing/2014/main" id="{68B22176-7789-B6D1-3D57-3E1D4E51963E}"/>
                </a:ext>
              </a:extLst>
            </p:cNvPr>
            <p:cNvSpPr/>
            <p:nvPr/>
          </p:nvSpPr>
          <p:spPr>
            <a:xfrm>
              <a:off x="4644765" y="5829160"/>
              <a:ext cx="1563114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Matrix C (M, N)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562" name="자유형: 도형 561">
              <a:extLst>
                <a:ext uri="{FF2B5EF4-FFF2-40B4-BE49-F238E27FC236}">
                  <a16:creationId xmlns:a16="http://schemas.microsoft.com/office/drawing/2014/main" id="{A60022C2-E929-63F7-13EA-C3A2EA4CDF00}"/>
                </a:ext>
              </a:extLst>
            </p:cNvPr>
            <p:cNvSpPr/>
            <p:nvPr/>
          </p:nvSpPr>
          <p:spPr>
            <a:xfrm>
              <a:off x="4600359" y="4177639"/>
              <a:ext cx="160174" cy="162446"/>
            </a:xfrm>
            <a:custGeom>
              <a:avLst/>
              <a:gdLst>
                <a:gd name="csX0" fmla="*/ 0 w 191861"/>
                <a:gd name="csY0" fmla="*/ 194582 h 194582"/>
                <a:gd name="csX1" fmla="*/ 0 w 191861"/>
                <a:gd name="csY1" fmla="*/ 0 h 194582"/>
                <a:gd name="csX2" fmla="*/ 191861 w 191861"/>
                <a:gd name="csY2" fmla="*/ 0 h 194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1861" h="194582">
                  <a:moveTo>
                    <a:pt x="0" y="194582"/>
                  </a:moveTo>
                  <a:lnTo>
                    <a:pt x="0" y="0"/>
                  </a:lnTo>
                  <a:lnTo>
                    <a:pt x="19186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headEnd type="arrow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3" name="직사각형 562">
              <a:extLst>
                <a:ext uri="{FF2B5EF4-FFF2-40B4-BE49-F238E27FC236}">
                  <a16:creationId xmlns:a16="http://schemas.microsoft.com/office/drawing/2014/main" id="{67E819A6-0C8F-D07D-DA29-9B6BE19D1C62}"/>
                </a:ext>
              </a:extLst>
            </p:cNvPr>
            <p:cNvSpPr/>
            <p:nvPr/>
          </p:nvSpPr>
          <p:spPr>
            <a:xfrm>
              <a:off x="4412915" y="4192407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564" name="직사각형 563">
              <a:extLst>
                <a:ext uri="{FF2B5EF4-FFF2-40B4-BE49-F238E27FC236}">
                  <a16:creationId xmlns:a16="http://schemas.microsoft.com/office/drawing/2014/main" id="{85CBF610-EF9C-A28A-9612-72C030E15378}"/>
                </a:ext>
              </a:extLst>
            </p:cNvPr>
            <p:cNvSpPr/>
            <p:nvPr/>
          </p:nvSpPr>
          <p:spPr>
            <a:xfrm>
              <a:off x="4578664" y="4015817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N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5" name="직사각형 564">
                  <a:extLst>
                    <a:ext uri="{FF2B5EF4-FFF2-40B4-BE49-F238E27FC236}">
                      <a16:creationId xmlns:a16="http://schemas.microsoft.com/office/drawing/2014/main" id="{C43830E9-42A4-4E44-E002-6723098E0208}"/>
                    </a:ext>
                  </a:extLst>
                </p:cNvPr>
                <p:cNvSpPr/>
                <p:nvPr/>
              </p:nvSpPr>
              <p:spPr>
                <a:xfrm>
                  <a:off x="2092788" y="4821695"/>
                  <a:ext cx="498392" cy="363515"/>
                </a:xfrm>
                <a:prstGeom prst="rect">
                  <a:avLst/>
                </a:prstGeom>
                <a:noFill/>
                <a:ln w="254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565" name="직사각형 564">
                  <a:extLst>
                    <a:ext uri="{FF2B5EF4-FFF2-40B4-BE49-F238E27FC236}">
                      <a16:creationId xmlns:a16="http://schemas.microsoft.com/office/drawing/2014/main" id="{C43830E9-42A4-4E44-E002-6723098E02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2788" y="4821695"/>
                  <a:ext cx="498392" cy="363515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  <a:ln w="2540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6" name="직사각형 565">
              <a:extLst>
                <a:ext uri="{FF2B5EF4-FFF2-40B4-BE49-F238E27FC236}">
                  <a16:creationId xmlns:a16="http://schemas.microsoft.com/office/drawing/2014/main" id="{708B34B5-2B83-6FD4-EA58-1729210533CA}"/>
                </a:ext>
              </a:extLst>
            </p:cNvPr>
            <p:cNvSpPr/>
            <p:nvPr/>
          </p:nvSpPr>
          <p:spPr>
            <a:xfrm>
              <a:off x="4149013" y="4823874"/>
              <a:ext cx="498392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=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456" name="이등변 삼각형 455">
              <a:extLst>
                <a:ext uri="{FF2B5EF4-FFF2-40B4-BE49-F238E27FC236}">
                  <a16:creationId xmlns:a16="http://schemas.microsoft.com/office/drawing/2014/main" id="{DE4183CF-8A2B-72A8-91D5-DEEE50DDC553}"/>
                </a:ext>
              </a:extLst>
            </p:cNvPr>
            <p:cNvSpPr/>
            <p:nvPr/>
          </p:nvSpPr>
          <p:spPr>
            <a:xfrm rot="5400000">
              <a:off x="5415849" y="4994027"/>
              <a:ext cx="2176858" cy="216082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4" name="직사각형 453">
              <a:extLst>
                <a:ext uri="{FF2B5EF4-FFF2-40B4-BE49-F238E27FC236}">
                  <a16:creationId xmlns:a16="http://schemas.microsoft.com/office/drawing/2014/main" id="{B1CDBE08-5271-E60E-0C07-013809BCC4A8}"/>
                </a:ext>
              </a:extLst>
            </p:cNvPr>
            <p:cNvSpPr/>
            <p:nvPr/>
          </p:nvSpPr>
          <p:spPr>
            <a:xfrm>
              <a:off x="4284615" y="6157925"/>
              <a:ext cx="1563114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(b)</a:t>
              </a:r>
              <a:endParaRPr lang="ko-KR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B2DE272-95FC-59E8-48BF-F5AC9765BE5C}"/>
                </a:ext>
              </a:extLst>
            </p:cNvPr>
            <p:cNvSpPr/>
            <p:nvPr/>
          </p:nvSpPr>
          <p:spPr>
            <a:xfrm>
              <a:off x="4284615" y="8976788"/>
              <a:ext cx="1563114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(c)</a:t>
              </a:r>
              <a:endParaRPr lang="ko-KR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4" name="이등변 삼각형 23">
              <a:extLst>
                <a:ext uri="{FF2B5EF4-FFF2-40B4-BE49-F238E27FC236}">
                  <a16:creationId xmlns:a16="http://schemas.microsoft.com/office/drawing/2014/main" id="{C829554C-4C1A-DEC5-13FF-EC578FAD0223}"/>
                </a:ext>
              </a:extLst>
            </p:cNvPr>
            <p:cNvSpPr/>
            <p:nvPr/>
          </p:nvSpPr>
          <p:spPr>
            <a:xfrm rot="5400000">
              <a:off x="5306804" y="7703845"/>
              <a:ext cx="2394948" cy="216082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9" name="직사각형 908">
              <a:extLst>
                <a:ext uri="{FF2B5EF4-FFF2-40B4-BE49-F238E27FC236}">
                  <a16:creationId xmlns:a16="http://schemas.microsoft.com/office/drawing/2014/main" id="{951892D7-6F2C-53A6-7BCB-BF3266AB526F}"/>
                </a:ext>
              </a:extLst>
            </p:cNvPr>
            <p:cNvSpPr/>
            <p:nvPr/>
          </p:nvSpPr>
          <p:spPr>
            <a:xfrm>
              <a:off x="538213" y="7040758"/>
              <a:ext cx="1563114" cy="15631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0" name="직사각형 909">
              <a:extLst>
                <a:ext uri="{FF2B5EF4-FFF2-40B4-BE49-F238E27FC236}">
                  <a16:creationId xmlns:a16="http://schemas.microsoft.com/office/drawing/2014/main" id="{B5A03B7E-82CB-085D-5A00-C2AE65E4CA3D}"/>
                </a:ext>
              </a:extLst>
            </p:cNvPr>
            <p:cNvSpPr/>
            <p:nvPr/>
          </p:nvSpPr>
          <p:spPr>
            <a:xfrm>
              <a:off x="574644" y="7078621"/>
              <a:ext cx="349622" cy="148802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A0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1" name="직사각형 910">
              <a:extLst>
                <a:ext uri="{FF2B5EF4-FFF2-40B4-BE49-F238E27FC236}">
                  <a16:creationId xmlns:a16="http://schemas.microsoft.com/office/drawing/2014/main" id="{A14CE071-4ACB-C699-D4F4-870BBBCC4C10}"/>
                </a:ext>
              </a:extLst>
            </p:cNvPr>
            <p:cNvSpPr/>
            <p:nvPr/>
          </p:nvSpPr>
          <p:spPr>
            <a:xfrm>
              <a:off x="954679" y="7078621"/>
              <a:ext cx="349621" cy="148802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A1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4" name="직사각형 913">
              <a:extLst>
                <a:ext uri="{FF2B5EF4-FFF2-40B4-BE49-F238E27FC236}">
                  <a16:creationId xmlns:a16="http://schemas.microsoft.com/office/drawing/2014/main" id="{F1682BC5-BEA5-119D-ECFE-B0AC43C6F15C}"/>
                </a:ext>
              </a:extLst>
            </p:cNvPr>
            <p:cNvSpPr/>
            <p:nvPr/>
          </p:nvSpPr>
          <p:spPr>
            <a:xfrm>
              <a:off x="1334713" y="7078621"/>
              <a:ext cx="349621" cy="148802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A2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5" name="직사각형 914">
              <a:extLst>
                <a:ext uri="{FF2B5EF4-FFF2-40B4-BE49-F238E27FC236}">
                  <a16:creationId xmlns:a16="http://schemas.microsoft.com/office/drawing/2014/main" id="{ED8EC6EF-53B3-48D6-0887-39CDFBCC8983}"/>
                </a:ext>
              </a:extLst>
            </p:cNvPr>
            <p:cNvSpPr/>
            <p:nvPr/>
          </p:nvSpPr>
          <p:spPr>
            <a:xfrm>
              <a:off x="1714748" y="7078621"/>
              <a:ext cx="349621" cy="148802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A3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1" name="직사각형 930">
              <a:extLst>
                <a:ext uri="{FF2B5EF4-FFF2-40B4-BE49-F238E27FC236}">
                  <a16:creationId xmlns:a16="http://schemas.microsoft.com/office/drawing/2014/main" id="{C37B9B8D-9059-CD9A-A335-AB7278F9642C}"/>
                </a:ext>
              </a:extLst>
            </p:cNvPr>
            <p:cNvSpPr/>
            <p:nvPr/>
          </p:nvSpPr>
          <p:spPr>
            <a:xfrm>
              <a:off x="2595344" y="7036537"/>
              <a:ext cx="1567334" cy="15673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7" name="왼쪽 중괄호 936">
              <a:extLst>
                <a:ext uri="{FF2B5EF4-FFF2-40B4-BE49-F238E27FC236}">
                  <a16:creationId xmlns:a16="http://schemas.microsoft.com/office/drawing/2014/main" id="{CA0582E3-FB32-0083-5663-C1326A1D6AF3}"/>
                </a:ext>
              </a:extLst>
            </p:cNvPr>
            <p:cNvSpPr/>
            <p:nvPr/>
          </p:nvSpPr>
          <p:spPr>
            <a:xfrm rot="5400000">
              <a:off x="1206400" y="6353849"/>
              <a:ext cx="201582" cy="1137644"/>
            </a:xfrm>
            <a:prstGeom prst="leftBrace">
              <a:avLst>
                <a:gd name="adj1" fmla="val 61072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8" name="직사각형 937">
                  <a:extLst>
                    <a:ext uri="{FF2B5EF4-FFF2-40B4-BE49-F238E27FC236}">
                      <a16:creationId xmlns:a16="http://schemas.microsoft.com/office/drawing/2014/main" id="{7E8AEAFA-9DD2-DFE6-02A2-09125A0B3F87}"/>
                    </a:ext>
                  </a:extLst>
                </p:cNvPr>
                <p:cNvSpPr/>
                <p:nvPr/>
              </p:nvSpPr>
              <p:spPr>
                <a:xfrm>
                  <a:off x="1058314" y="6525858"/>
                  <a:ext cx="502072" cy="364496"/>
                </a:xfrm>
                <a:prstGeom prst="rect">
                  <a:avLst/>
                </a:prstGeom>
                <a:noFill/>
                <a:ln w="254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나눔스퀘어" panose="020B0600000101010101" pitchFamily="50" charset="-127"/>
                            <a:cs typeface="Times New Roman" panose="02020603050405020304" pitchFamily="18" charset="0"/>
                          </a:rPr>
                          <m:t>𝑻</m:t>
                        </m:r>
                        <m:sSub>
                          <m:sSubPr>
                            <m:ctrlPr>
                              <a:rPr lang="en-US" altLang="ko-KR" sz="1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Times New Roman" panose="020206030504050203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sz="1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b>
                        </m:sSub>
                      </m:oMath>
                    </m:oMathPara>
                  </a14:m>
                  <a:endParaRPr lang="ko-KR" altLang="en-US" sz="11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38" name="직사각형 937">
                  <a:extLst>
                    <a:ext uri="{FF2B5EF4-FFF2-40B4-BE49-F238E27FC236}">
                      <a16:creationId xmlns:a16="http://schemas.microsoft.com/office/drawing/2014/main" id="{7E8AEAFA-9DD2-DFE6-02A2-09125A0B3F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314" y="6525858"/>
                  <a:ext cx="502072" cy="36449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540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9" name="직사각형 938">
              <a:extLst>
                <a:ext uri="{FF2B5EF4-FFF2-40B4-BE49-F238E27FC236}">
                  <a16:creationId xmlns:a16="http://schemas.microsoft.com/office/drawing/2014/main" id="{1386E5C0-0931-5FA0-7C86-F599F75F57DC}"/>
                </a:ext>
              </a:extLst>
            </p:cNvPr>
            <p:cNvSpPr/>
            <p:nvPr/>
          </p:nvSpPr>
          <p:spPr>
            <a:xfrm>
              <a:off x="538213" y="8645844"/>
              <a:ext cx="1563114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Matrix A (M, K)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942" name="자유형: 도형 941">
              <a:extLst>
                <a:ext uri="{FF2B5EF4-FFF2-40B4-BE49-F238E27FC236}">
                  <a16:creationId xmlns:a16="http://schemas.microsoft.com/office/drawing/2014/main" id="{4BFE0F9D-8864-3764-ADBC-0328C10275E3}"/>
                </a:ext>
              </a:extLst>
            </p:cNvPr>
            <p:cNvSpPr/>
            <p:nvPr/>
          </p:nvSpPr>
          <p:spPr>
            <a:xfrm>
              <a:off x="493807" y="6994323"/>
              <a:ext cx="160174" cy="162446"/>
            </a:xfrm>
            <a:custGeom>
              <a:avLst/>
              <a:gdLst>
                <a:gd name="csX0" fmla="*/ 0 w 191861"/>
                <a:gd name="csY0" fmla="*/ 194582 h 194582"/>
                <a:gd name="csX1" fmla="*/ 0 w 191861"/>
                <a:gd name="csY1" fmla="*/ 0 h 194582"/>
                <a:gd name="csX2" fmla="*/ 191861 w 191861"/>
                <a:gd name="csY2" fmla="*/ 0 h 194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1861" h="194582">
                  <a:moveTo>
                    <a:pt x="0" y="194582"/>
                  </a:moveTo>
                  <a:lnTo>
                    <a:pt x="0" y="0"/>
                  </a:lnTo>
                  <a:lnTo>
                    <a:pt x="19186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headEnd type="arrow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3" name="직사각형 942">
              <a:extLst>
                <a:ext uri="{FF2B5EF4-FFF2-40B4-BE49-F238E27FC236}">
                  <a16:creationId xmlns:a16="http://schemas.microsoft.com/office/drawing/2014/main" id="{351A9FB3-193F-5DA4-7175-65E1C09F8330}"/>
                </a:ext>
              </a:extLst>
            </p:cNvPr>
            <p:cNvSpPr/>
            <p:nvPr/>
          </p:nvSpPr>
          <p:spPr>
            <a:xfrm>
              <a:off x="306363" y="7009091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944" name="직사각형 943">
              <a:extLst>
                <a:ext uri="{FF2B5EF4-FFF2-40B4-BE49-F238E27FC236}">
                  <a16:creationId xmlns:a16="http://schemas.microsoft.com/office/drawing/2014/main" id="{09B44319-3D1C-4C74-CF47-90875A40F0AB}"/>
                </a:ext>
              </a:extLst>
            </p:cNvPr>
            <p:cNvSpPr/>
            <p:nvPr/>
          </p:nvSpPr>
          <p:spPr>
            <a:xfrm>
              <a:off x="472112" y="6832501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K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945" name="직사각형 944">
              <a:extLst>
                <a:ext uri="{FF2B5EF4-FFF2-40B4-BE49-F238E27FC236}">
                  <a16:creationId xmlns:a16="http://schemas.microsoft.com/office/drawing/2014/main" id="{8DDE593A-6273-0D6D-7EC8-8E8E0111D4E8}"/>
                </a:ext>
              </a:extLst>
            </p:cNvPr>
            <p:cNvSpPr/>
            <p:nvPr/>
          </p:nvSpPr>
          <p:spPr>
            <a:xfrm>
              <a:off x="2602754" y="8645844"/>
              <a:ext cx="1563114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Matrix B (K, N)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946" name="자유형: 도형 945">
              <a:extLst>
                <a:ext uri="{FF2B5EF4-FFF2-40B4-BE49-F238E27FC236}">
                  <a16:creationId xmlns:a16="http://schemas.microsoft.com/office/drawing/2014/main" id="{A93F1961-FF8A-7EED-3174-0E4AF7348384}"/>
                </a:ext>
              </a:extLst>
            </p:cNvPr>
            <p:cNvSpPr/>
            <p:nvPr/>
          </p:nvSpPr>
          <p:spPr>
            <a:xfrm>
              <a:off x="2549680" y="6994323"/>
              <a:ext cx="160174" cy="162446"/>
            </a:xfrm>
            <a:custGeom>
              <a:avLst/>
              <a:gdLst>
                <a:gd name="csX0" fmla="*/ 0 w 191861"/>
                <a:gd name="csY0" fmla="*/ 194582 h 194582"/>
                <a:gd name="csX1" fmla="*/ 0 w 191861"/>
                <a:gd name="csY1" fmla="*/ 0 h 194582"/>
                <a:gd name="csX2" fmla="*/ 191861 w 191861"/>
                <a:gd name="csY2" fmla="*/ 0 h 194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1861" h="194582">
                  <a:moveTo>
                    <a:pt x="0" y="194582"/>
                  </a:moveTo>
                  <a:lnTo>
                    <a:pt x="0" y="0"/>
                  </a:lnTo>
                  <a:lnTo>
                    <a:pt x="19186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headEnd type="arrow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7" name="직사각형 946">
              <a:extLst>
                <a:ext uri="{FF2B5EF4-FFF2-40B4-BE49-F238E27FC236}">
                  <a16:creationId xmlns:a16="http://schemas.microsoft.com/office/drawing/2014/main" id="{32C7EB71-73DF-F514-8BD0-72866EB3C8A1}"/>
                </a:ext>
              </a:extLst>
            </p:cNvPr>
            <p:cNvSpPr/>
            <p:nvPr/>
          </p:nvSpPr>
          <p:spPr>
            <a:xfrm>
              <a:off x="2362236" y="7009091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K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948" name="직사각형 947">
              <a:extLst>
                <a:ext uri="{FF2B5EF4-FFF2-40B4-BE49-F238E27FC236}">
                  <a16:creationId xmlns:a16="http://schemas.microsoft.com/office/drawing/2014/main" id="{EAEC6911-78B1-CDB5-9ADB-95259BB4CB4F}"/>
                </a:ext>
              </a:extLst>
            </p:cNvPr>
            <p:cNvSpPr/>
            <p:nvPr/>
          </p:nvSpPr>
          <p:spPr>
            <a:xfrm>
              <a:off x="2527985" y="6832501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N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0" name="직사각형 949">
                  <a:extLst>
                    <a:ext uri="{FF2B5EF4-FFF2-40B4-BE49-F238E27FC236}">
                      <a16:creationId xmlns:a16="http://schemas.microsoft.com/office/drawing/2014/main" id="{C841DD02-BC11-5560-07B8-986B7CC0F185}"/>
                    </a:ext>
                  </a:extLst>
                </p:cNvPr>
                <p:cNvSpPr/>
                <p:nvPr/>
              </p:nvSpPr>
              <p:spPr>
                <a:xfrm>
                  <a:off x="2098686" y="7640558"/>
                  <a:ext cx="498392" cy="363515"/>
                </a:xfrm>
                <a:prstGeom prst="rect">
                  <a:avLst/>
                </a:prstGeom>
                <a:noFill/>
                <a:ln w="254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950" name="직사각형 949">
                  <a:extLst>
                    <a:ext uri="{FF2B5EF4-FFF2-40B4-BE49-F238E27FC236}">
                      <a16:creationId xmlns:a16="http://schemas.microsoft.com/office/drawing/2014/main" id="{C841DD02-BC11-5560-07B8-986B7CC0F1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8686" y="7640558"/>
                  <a:ext cx="498392" cy="363515"/>
                </a:xfrm>
                <a:prstGeom prst="rect">
                  <a:avLst/>
                </a:prstGeom>
                <a:blipFill>
                  <a:blip r:embed="rId8"/>
                  <a:stretch>
                    <a:fillRect b="-8333"/>
                  </a:stretch>
                </a:blipFill>
                <a:ln w="2540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1" name="직사각형 950">
              <a:extLst>
                <a:ext uri="{FF2B5EF4-FFF2-40B4-BE49-F238E27FC236}">
                  <a16:creationId xmlns:a16="http://schemas.microsoft.com/office/drawing/2014/main" id="{F4A16D94-14A4-8A4E-8902-626941D4D5ED}"/>
                </a:ext>
              </a:extLst>
            </p:cNvPr>
            <p:cNvSpPr/>
            <p:nvPr/>
          </p:nvSpPr>
          <p:spPr>
            <a:xfrm>
              <a:off x="4154911" y="7642737"/>
              <a:ext cx="498392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=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952" name="그룹 951">
              <a:extLst>
                <a:ext uri="{FF2B5EF4-FFF2-40B4-BE49-F238E27FC236}">
                  <a16:creationId xmlns:a16="http://schemas.microsoft.com/office/drawing/2014/main" id="{2ABADE1B-8129-D5B1-1D42-986D9C476E01}"/>
                </a:ext>
              </a:extLst>
            </p:cNvPr>
            <p:cNvGrpSpPr/>
            <p:nvPr/>
          </p:nvGrpSpPr>
          <p:grpSpPr>
            <a:xfrm>
              <a:off x="2651513" y="7073178"/>
              <a:ext cx="1471305" cy="1484017"/>
              <a:chOff x="746789" y="1361829"/>
              <a:chExt cx="1471305" cy="1484017"/>
            </a:xfrm>
          </p:grpSpPr>
          <p:sp>
            <p:nvSpPr>
              <p:cNvPr id="955" name="직사각형 954">
                <a:extLst>
                  <a:ext uri="{FF2B5EF4-FFF2-40B4-BE49-F238E27FC236}">
                    <a16:creationId xmlns:a16="http://schemas.microsoft.com/office/drawing/2014/main" id="{3029ACFA-5357-7611-896A-179E52EA7424}"/>
                  </a:ext>
                </a:extLst>
              </p:cNvPr>
              <p:cNvSpPr/>
              <p:nvPr/>
            </p:nvSpPr>
            <p:spPr>
              <a:xfrm>
                <a:off x="746789" y="1361829"/>
                <a:ext cx="1471305" cy="33792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accent3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B0</a:t>
                </a:r>
                <a:endParaRPr lang="ko-KR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6" name="직사각형 955">
                <a:extLst>
                  <a:ext uri="{FF2B5EF4-FFF2-40B4-BE49-F238E27FC236}">
                    <a16:creationId xmlns:a16="http://schemas.microsoft.com/office/drawing/2014/main" id="{8BA1CFFD-BA87-2E10-63AD-EF80A8BFB666}"/>
                  </a:ext>
                </a:extLst>
              </p:cNvPr>
              <p:cNvSpPr/>
              <p:nvPr/>
            </p:nvSpPr>
            <p:spPr>
              <a:xfrm>
                <a:off x="746789" y="1743860"/>
                <a:ext cx="1471305" cy="33792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accent3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B1</a:t>
                </a:r>
                <a:endParaRPr lang="ko-KR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7" name="직사각형 956">
                <a:extLst>
                  <a:ext uri="{FF2B5EF4-FFF2-40B4-BE49-F238E27FC236}">
                    <a16:creationId xmlns:a16="http://schemas.microsoft.com/office/drawing/2014/main" id="{0C7C0F1A-5F52-EEDA-1353-38DAE6998FE1}"/>
                  </a:ext>
                </a:extLst>
              </p:cNvPr>
              <p:cNvSpPr/>
              <p:nvPr/>
            </p:nvSpPr>
            <p:spPr>
              <a:xfrm>
                <a:off x="746789" y="2125892"/>
                <a:ext cx="1471305" cy="33792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accent3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B2</a:t>
                </a:r>
                <a:endParaRPr lang="ko-KR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8" name="직사각형 957">
                <a:extLst>
                  <a:ext uri="{FF2B5EF4-FFF2-40B4-BE49-F238E27FC236}">
                    <a16:creationId xmlns:a16="http://schemas.microsoft.com/office/drawing/2014/main" id="{7CC25C80-D52D-9FD0-88F0-646A56FF6A69}"/>
                  </a:ext>
                </a:extLst>
              </p:cNvPr>
              <p:cNvSpPr/>
              <p:nvPr/>
            </p:nvSpPr>
            <p:spPr>
              <a:xfrm>
                <a:off x="746789" y="2507924"/>
                <a:ext cx="1471305" cy="33792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accent3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B3</a:t>
                </a:r>
                <a:endParaRPr lang="ko-KR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53" name="왼쪽 중괄호 952">
              <a:extLst>
                <a:ext uri="{FF2B5EF4-FFF2-40B4-BE49-F238E27FC236}">
                  <a16:creationId xmlns:a16="http://schemas.microsoft.com/office/drawing/2014/main" id="{84E8B4D9-4E3C-FE39-993F-A6797458E6B6}"/>
                </a:ext>
              </a:extLst>
            </p:cNvPr>
            <p:cNvSpPr/>
            <p:nvPr/>
          </p:nvSpPr>
          <p:spPr>
            <a:xfrm flipH="1">
              <a:off x="4166982" y="7248601"/>
              <a:ext cx="169487" cy="1149617"/>
            </a:xfrm>
            <a:prstGeom prst="leftBrace">
              <a:avLst>
                <a:gd name="adj1" fmla="val 61072"/>
                <a:gd name="adj2" fmla="val 80182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4" name="직사각형 953">
                  <a:extLst>
                    <a:ext uri="{FF2B5EF4-FFF2-40B4-BE49-F238E27FC236}">
                      <a16:creationId xmlns:a16="http://schemas.microsoft.com/office/drawing/2014/main" id="{A230961E-113E-F69C-CE3C-5898A58FCACE}"/>
                    </a:ext>
                  </a:extLst>
                </p:cNvPr>
                <p:cNvSpPr/>
                <p:nvPr/>
              </p:nvSpPr>
              <p:spPr>
                <a:xfrm>
                  <a:off x="4276388" y="7986260"/>
                  <a:ext cx="472024" cy="363515"/>
                </a:xfrm>
                <a:prstGeom prst="rect">
                  <a:avLst/>
                </a:prstGeom>
                <a:noFill/>
                <a:ln w="254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나눔스퀘어" panose="020B0600000101010101" pitchFamily="50" charset="-127"/>
                            <a:cs typeface="Times New Roman" panose="02020603050405020304" pitchFamily="18" charset="0"/>
                          </a:rPr>
                          <m:t>𝑻</m:t>
                        </m:r>
                        <m:sSub>
                          <m:sSubPr>
                            <m:ctrlPr>
                              <a:rPr lang="en-US" altLang="ko-KR" sz="1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Times New Roman" panose="020206030504050203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sz="1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b>
                        </m:sSub>
                      </m:oMath>
                    </m:oMathPara>
                  </a14:m>
                  <a:endParaRPr lang="ko-KR" altLang="en-US" sz="11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54" name="직사각형 953">
                  <a:extLst>
                    <a:ext uri="{FF2B5EF4-FFF2-40B4-BE49-F238E27FC236}">
                      <a16:creationId xmlns:a16="http://schemas.microsoft.com/office/drawing/2014/main" id="{A230961E-113E-F69C-CE3C-5898A58FCA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6388" y="7986260"/>
                  <a:ext cx="472024" cy="36351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540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2" name="자유형: 도형 571">
              <a:extLst>
                <a:ext uri="{FF2B5EF4-FFF2-40B4-BE49-F238E27FC236}">
                  <a16:creationId xmlns:a16="http://schemas.microsoft.com/office/drawing/2014/main" id="{A39726DB-14DA-36B3-4566-3D30DFA9066E}"/>
                </a:ext>
              </a:extLst>
            </p:cNvPr>
            <p:cNvSpPr/>
            <p:nvPr/>
          </p:nvSpPr>
          <p:spPr>
            <a:xfrm rot="16200000">
              <a:off x="7398896" y="1337901"/>
              <a:ext cx="1673862" cy="2170663"/>
            </a:xfrm>
            <a:custGeom>
              <a:avLst/>
              <a:gdLst>
                <a:gd name="csX0" fmla="*/ 0 w 191861"/>
                <a:gd name="csY0" fmla="*/ 194582 h 194582"/>
                <a:gd name="csX1" fmla="*/ 0 w 191861"/>
                <a:gd name="csY1" fmla="*/ 0 h 194582"/>
                <a:gd name="csX2" fmla="*/ 191861 w 191861"/>
                <a:gd name="csY2" fmla="*/ 0 h 194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1861" h="194582">
                  <a:moveTo>
                    <a:pt x="0" y="194582"/>
                  </a:moveTo>
                  <a:lnTo>
                    <a:pt x="0" y="0"/>
                  </a:lnTo>
                  <a:lnTo>
                    <a:pt x="191861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  <a:headEnd type="arrow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3" name="직사각형 572">
              <a:extLst>
                <a:ext uri="{FF2B5EF4-FFF2-40B4-BE49-F238E27FC236}">
                  <a16:creationId xmlns:a16="http://schemas.microsoft.com/office/drawing/2014/main" id="{C7408802-AE17-041A-F5C1-8A68853E31B8}"/>
                </a:ext>
              </a:extLst>
            </p:cNvPr>
            <p:cNvSpPr/>
            <p:nvPr/>
          </p:nvSpPr>
          <p:spPr>
            <a:xfrm rot="16200000">
              <a:off x="6603269" y="1208132"/>
              <a:ext cx="622048" cy="47312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PEs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575" name="직사각형 574">
              <a:extLst>
                <a:ext uri="{FF2B5EF4-FFF2-40B4-BE49-F238E27FC236}">
                  <a16:creationId xmlns:a16="http://schemas.microsoft.com/office/drawing/2014/main" id="{F6386C1D-A40D-426A-C417-6C159E17C9C1}"/>
                </a:ext>
              </a:extLst>
            </p:cNvPr>
            <p:cNvSpPr/>
            <p:nvPr/>
          </p:nvSpPr>
          <p:spPr>
            <a:xfrm>
              <a:off x="6612319" y="2198914"/>
              <a:ext cx="538175" cy="47312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PE0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02DD13AE-4F00-C04F-22D6-1DCCCEC5B2F9}"/>
                </a:ext>
              </a:extLst>
            </p:cNvPr>
            <p:cNvSpPr/>
            <p:nvPr/>
          </p:nvSpPr>
          <p:spPr>
            <a:xfrm>
              <a:off x="9016826" y="3255448"/>
              <a:ext cx="1041777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Time Step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574" name="자유형: 도형 573">
              <a:extLst>
                <a:ext uri="{FF2B5EF4-FFF2-40B4-BE49-F238E27FC236}">
                  <a16:creationId xmlns:a16="http://schemas.microsoft.com/office/drawing/2014/main" id="{B8D1252F-468F-FE17-D20A-0A70671B497A}"/>
                </a:ext>
              </a:extLst>
            </p:cNvPr>
            <p:cNvSpPr/>
            <p:nvPr/>
          </p:nvSpPr>
          <p:spPr>
            <a:xfrm flipH="1">
              <a:off x="7418058" y="1601071"/>
              <a:ext cx="283924" cy="1663434"/>
            </a:xfrm>
            <a:custGeom>
              <a:avLst/>
              <a:gdLst>
                <a:gd name="csX0" fmla="*/ 0 w 0"/>
                <a:gd name="csY0" fmla="*/ 0 h 2577737"/>
                <a:gd name="csX1" fmla="*/ 0 w 0"/>
                <a:gd name="csY1" fmla="*/ 2577737 h 25777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577737">
                  <a:moveTo>
                    <a:pt x="0" y="0"/>
                  </a:moveTo>
                  <a:lnTo>
                    <a:pt x="0" y="2577737"/>
                  </a:lnTo>
                </a:path>
              </a:pathLst>
            </a:custGeom>
            <a:noFill/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005AE82D-A504-C00C-A82D-7905400C5EF1}"/>
                </a:ext>
              </a:extLst>
            </p:cNvPr>
            <p:cNvSpPr/>
            <p:nvPr/>
          </p:nvSpPr>
          <p:spPr>
            <a:xfrm>
              <a:off x="7256145" y="2871724"/>
              <a:ext cx="376367" cy="2304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C0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763F0BE7-2753-705C-FB4A-BB1B97A96AE4}"/>
                </a:ext>
              </a:extLst>
            </p:cNvPr>
            <p:cNvSpPr/>
            <p:nvPr/>
          </p:nvSpPr>
          <p:spPr>
            <a:xfrm>
              <a:off x="7256145" y="2303853"/>
              <a:ext cx="376367" cy="2304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B0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263D6F9D-E23F-67DA-9ABA-89BAAD85DEBE}"/>
                </a:ext>
              </a:extLst>
            </p:cNvPr>
            <p:cNvSpPr/>
            <p:nvPr/>
          </p:nvSpPr>
          <p:spPr>
            <a:xfrm>
              <a:off x="7256145" y="1987877"/>
              <a:ext cx="376367" cy="23048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A0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70BBC56C-3625-533E-5134-2BF618E50584}"/>
                </a:ext>
              </a:extLst>
            </p:cNvPr>
            <p:cNvSpPr/>
            <p:nvPr/>
          </p:nvSpPr>
          <p:spPr>
            <a:xfrm>
              <a:off x="7256143" y="3260165"/>
              <a:ext cx="376370" cy="223313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1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647F7C44-8643-A452-96A5-021EC51F6941}"/>
                </a:ext>
              </a:extLst>
            </p:cNvPr>
            <p:cNvSpPr/>
            <p:nvPr/>
          </p:nvSpPr>
          <p:spPr>
            <a:xfrm rot="5400000">
              <a:off x="7337048" y="2587789"/>
              <a:ext cx="214559" cy="230480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→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731" name="자유형: 도형 730">
              <a:extLst>
                <a:ext uri="{FF2B5EF4-FFF2-40B4-BE49-F238E27FC236}">
                  <a16:creationId xmlns:a16="http://schemas.microsoft.com/office/drawing/2014/main" id="{94ADFE47-CF90-1AFF-F1F9-46FB6006AB76}"/>
                </a:ext>
              </a:extLst>
            </p:cNvPr>
            <p:cNvSpPr/>
            <p:nvPr/>
          </p:nvSpPr>
          <p:spPr>
            <a:xfrm flipH="1">
              <a:off x="7937742" y="1601071"/>
              <a:ext cx="283924" cy="1663434"/>
            </a:xfrm>
            <a:custGeom>
              <a:avLst/>
              <a:gdLst>
                <a:gd name="csX0" fmla="*/ 0 w 0"/>
                <a:gd name="csY0" fmla="*/ 0 h 2577737"/>
                <a:gd name="csX1" fmla="*/ 0 w 0"/>
                <a:gd name="csY1" fmla="*/ 2577737 h 25777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577737">
                  <a:moveTo>
                    <a:pt x="0" y="0"/>
                  </a:moveTo>
                  <a:lnTo>
                    <a:pt x="0" y="2577737"/>
                  </a:lnTo>
                </a:path>
              </a:pathLst>
            </a:custGeom>
            <a:noFill/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2" name="직사각형 731">
              <a:extLst>
                <a:ext uri="{FF2B5EF4-FFF2-40B4-BE49-F238E27FC236}">
                  <a16:creationId xmlns:a16="http://schemas.microsoft.com/office/drawing/2014/main" id="{84922985-3CF1-0733-8932-F44D73B80518}"/>
                </a:ext>
              </a:extLst>
            </p:cNvPr>
            <p:cNvSpPr/>
            <p:nvPr/>
          </p:nvSpPr>
          <p:spPr>
            <a:xfrm>
              <a:off x="7775829" y="2871724"/>
              <a:ext cx="376367" cy="2304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3" name="직사각형 732">
              <a:extLst>
                <a:ext uri="{FF2B5EF4-FFF2-40B4-BE49-F238E27FC236}">
                  <a16:creationId xmlns:a16="http://schemas.microsoft.com/office/drawing/2014/main" id="{85E6BAB7-2A86-7B9F-F7E8-EE09345E1C0D}"/>
                </a:ext>
              </a:extLst>
            </p:cNvPr>
            <p:cNvSpPr/>
            <p:nvPr/>
          </p:nvSpPr>
          <p:spPr>
            <a:xfrm>
              <a:off x="7775829" y="2303853"/>
              <a:ext cx="376367" cy="2304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B0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4" name="직사각형 733">
              <a:extLst>
                <a:ext uri="{FF2B5EF4-FFF2-40B4-BE49-F238E27FC236}">
                  <a16:creationId xmlns:a16="http://schemas.microsoft.com/office/drawing/2014/main" id="{6784DA26-28FD-CCBF-1C64-AC997754DAD9}"/>
                </a:ext>
              </a:extLst>
            </p:cNvPr>
            <p:cNvSpPr/>
            <p:nvPr/>
          </p:nvSpPr>
          <p:spPr>
            <a:xfrm>
              <a:off x="7775829" y="1987877"/>
              <a:ext cx="376367" cy="23048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A1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5" name="직사각형 734">
              <a:extLst>
                <a:ext uri="{FF2B5EF4-FFF2-40B4-BE49-F238E27FC236}">
                  <a16:creationId xmlns:a16="http://schemas.microsoft.com/office/drawing/2014/main" id="{2BAA5A20-44BC-7303-A1F3-EEB6B1F45DD8}"/>
                </a:ext>
              </a:extLst>
            </p:cNvPr>
            <p:cNvSpPr/>
            <p:nvPr/>
          </p:nvSpPr>
          <p:spPr>
            <a:xfrm>
              <a:off x="7775827" y="3260165"/>
              <a:ext cx="376370" cy="223313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2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736" name="직사각형 735">
              <a:extLst>
                <a:ext uri="{FF2B5EF4-FFF2-40B4-BE49-F238E27FC236}">
                  <a16:creationId xmlns:a16="http://schemas.microsoft.com/office/drawing/2014/main" id="{4C089D55-2292-DFA5-D4D4-4517843B2F35}"/>
                </a:ext>
              </a:extLst>
            </p:cNvPr>
            <p:cNvSpPr/>
            <p:nvPr/>
          </p:nvSpPr>
          <p:spPr>
            <a:xfrm rot="5400000">
              <a:off x="7856732" y="2587789"/>
              <a:ext cx="214559" cy="230480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→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738" name="자유형: 도형 737">
              <a:extLst>
                <a:ext uri="{FF2B5EF4-FFF2-40B4-BE49-F238E27FC236}">
                  <a16:creationId xmlns:a16="http://schemas.microsoft.com/office/drawing/2014/main" id="{62016A86-4F1C-32C3-3D42-4FB88B18AF83}"/>
                </a:ext>
              </a:extLst>
            </p:cNvPr>
            <p:cNvSpPr/>
            <p:nvPr/>
          </p:nvSpPr>
          <p:spPr>
            <a:xfrm flipH="1">
              <a:off x="8457426" y="1601071"/>
              <a:ext cx="283924" cy="1663434"/>
            </a:xfrm>
            <a:custGeom>
              <a:avLst/>
              <a:gdLst>
                <a:gd name="csX0" fmla="*/ 0 w 0"/>
                <a:gd name="csY0" fmla="*/ 0 h 2577737"/>
                <a:gd name="csX1" fmla="*/ 0 w 0"/>
                <a:gd name="csY1" fmla="*/ 2577737 h 25777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577737">
                  <a:moveTo>
                    <a:pt x="0" y="0"/>
                  </a:moveTo>
                  <a:lnTo>
                    <a:pt x="0" y="2577737"/>
                  </a:lnTo>
                </a:path>
              </a:pathLst>
            </a:custGeom>
            <a:noFill/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9" name="직사각형 738">
              <a:extLst>
                <a:ext uri="{FF2B5EF4-FFF2-40B4-BE49-F238E27FC236}">
                  <a16:creationId xmlns:a16="http://schemas.microsoft.com/office/drawing/2014/main" id="{6B7F807F-B0DA-11CD-14EA-259A25CFF33F}"/>
                </a:ext>
              </a:extLst>
            </p:cNvPr>
            <p:cNvSpPr/>
            <p:nvPr/>
          </p:nvSpPr>
          <p:spPr>
            <a:xfrm>
              <a:off x="8295513" y="2871724"/>
              <a:ext cx="376367" cy="2304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C2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0" name="직사각형 739">
              <a:extLst>
                <a:ext uri="{FF2B5EF4-FFF2-40B4-BE49-F238E27FC236}">
                  <a16:creationId xmlns:a16="http://schemas.microsoft.com/office/drawing/2014/main" id="{3F632BBF-3991-567A-022B-3A34B3BF214A}"/>
                </a:ext>
              </a:extLst>
            </p:cNvPr>
            <p:cNvSpPr/>
            <p:nvPr/>
          </p:nvSpPr>
          <p:spPr>
            <a:xfrm>
              <a:off x="8295513" y="2303853"/>
              <a:ext cx="376367" cy="2304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B0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1" name="직사각형 740">
              <a:extLst>
                <a:ext uri="{FF2B5EF4-FFF2-40B4-BE49-F238E27FC236}">
                  <a16:creationId xmlns:a16="http://schemas.microsoft.com/office/drawing/2014/main" id="{29FB0B44-7943-BC7F-63FF-1F9A6AA77FD4}"/>
                </a:ext>
              </a:extLst>
            </p:cNvPr>
            <p:cNvSpPr/>
            <p:nvPr/>
          </p:nvSpPr>
          <p:spPr>
            <a:xfrm>
              <a:off x="8295513" y="1987877"/>
              <a:ext cx="376367" cy="23048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A2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2" name="직사각형 741">
              <a:extLst>
                <a:ext uri="{FF2B5EF4-FFF2-40B4-BE49-F238E27FC236}">
                  <a16:creationId xmlns:a16="http://schemas.microsoft.com/office/drawing/2014/main" id="{FEAA91B6-68A3-53C7-BBBE-147D7C758AC4}"/>
                </a:ext>
              </a:extLst>
            </p:cNvPr>
            <p:cNvSpPr/>
            <p:nvPr/>
          </p:nvSpPr>
          <p:spPr>
            <a:xfrm>
              <a:off x="8295511" y="3260165"/>
              <a:ext cx="376370" cy="223313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3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743" name="직사각형 742">
              <a:extLst>
                <a:ext uri="{FF2B5EF4-FFF2-40B4-BE49-F238E27FC236}">
                  <a16:creationId xmlns:a16="http://schemas.microsoft.com/office/drawing/2014/main" id="{634A7914-A494-0048-60B9-37B219AF94DA}"/>
                </a:ext>
              </a:extLst>
            </p:cNvPr>
            <p:cNvSpPr/>
            <p:nvPr/>
          </p:nvSpPr>
          <p:spPr>
            <a:xfrm rot="5400000">
              <a:off x="8376416" y="2587789"/>
              <a:ext cx="214559" cy="230480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→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745" name="자유형: 도형 744">
              <a:extLst>
                <a:ext uri="{FF2B5EF4-FFF2-40B4-BE49-F238E27FC236}">
                  <a16:creationId xmlns:a16="http://schemas.microsoft.com/office/drawing/2014/main" id="{5606355F-627E-812A-27A7-9038D6E6B1A1}"/>
                </a:ext>
              </a:extLst>
            </p:cNvPr>
            <p:cNvSpPr/>
            <p:nvPr/>
          </p:nvSpPr>
          <p:spPr>
            <a:xfrm flipH="1">
              <a:off x="8977109" y="1601071"/>
              <a:ext cx="283924" cy="1663434"/>
            </a:xfrm>
            <a:custGeom>
              <a:avLst/>
              <a:gdLst>
                <a:gd name="csX0" fmla="*/ 0 w 0"/>
                <a:gd name="csY0" fmla="*/ 0 h 2577737"/>
                <a:gd name="csX1" fmla="*/ 0 w 0"/>
                <a:gd name="csY1" fmla="*/ 2577737 h 25777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2577737">
                  <a:moveTo>
                    <a:pt x="0" y="0"/>
                  </a:moveTo>
                  <a:lnTo>
                    <a:pt x="0" y="2577737"/>
                  </a:lnTo>
                </a:path>
              </a:pathLst>
            </a:custGeom>
            <a:noFill/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6" name="직사각형 745">
              <a:extLst>
                <a:ext uri="{FF2B5EF4-FFF2-40B4-BE49-F238E27FC236}">
                  <a16:creationId xmlns:a16="http://schemas.microsoft.com/office/drawing/2014/main" id="{AB8F6B78-6FC6-CBA9-26F6-93F963B651F5}"/>
                </a:ext>
              </a:extLst>
            </p:cNvPr>
            <p:cNvSpPr/>
            <p:nvPr/>
          </p:nvSpPr>
          <p:spPr>
            <a:xfrm>
              <a:off x="8815196" y="2871724"/>
              <a:ext cx="376367" cy="2304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C3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7" name="직사각형 746">
              <a:extLst>
                <a:ext uri="{FF2B5EF4-FFF2-40B4-BE49-F238E27FC236}">
                  <a16:creationId xmlns:a16="http://schemas.microsoft.com/office/drawing/2014/main" id="{968F503C-07C6-044A-753A-5B20920E083D}"/>
                </a:ext>
              </a:extLst>
            </p:cNvPr>
            <p:cNvSpPr/>
            <p:nvPr/>
          </p:nvSpPr>
          <p:spPr>
            <a:xfrm>
              <a:off x="8815196" y="2303853"/>
              <a:ext cx="376367" cy="2304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3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B0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8" name="직사각형 747">
              <a:extLst>
                <a:ext uri="{FF2B5EF4-FFF2-40B4-BE49-F238E27FC236}">
                  <a16:creationId xmlns:a16="http://schemas.microsoft.com/office/drawing/2014/main" id="{A14BE1A4-7C51-0FCD-3E94-05E7306F6886}"/>
                </a:ext>
              </a:extLst>
            </p:cNvPr>
            <p:cNvSpPr/>
            <p:nvPr/>
          </p:nvSpPr>
          <p:spPr>
            <a:xfrm>
              <a:off x="8815196" y="1987877"/>
              <a:ext cx="376367" cy="23048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A3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9" name="직사각형 748">
              <a:extLst>
                <a:ext uri="{FF2B5EF4-FFF2-40B4-BE49-F238E27FC236}">
                  <a16:creationId xmlns:a16="http://schemas.microsoft.com/office/drawing/2014/main" id="{9BCB2B93-DEC4-6F8F-AD60-9AF8DDE5896B}"/>
                </a:ext>
              </a:extLst>
            </p:cNvPr>
            <p:cNvSpPr/>
            <p:nvPr/>
          </p:nvSpPr>
          <p:spPr>
            <a:xfrm>
              <a:off x="8815194" y="3260165"/>
              <a:ext cx="376370" cy="223313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4</a:t>
              </a:r>
              <a:endParaRPr lang="ko-KR" alt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750" name="직사각형 749">
              <a:extLst>
                <a:ext uri="{FF2B5EF4-FFF2-40B4-BE49-F238E27FC236}">
                  <a16:creationId xmlns:a16="http://schemas.microsoft.com/office/drawing/2014/main" id="{D81B2A7D-84DF-3BB9-46F1-C6B548DC3C8C}"/>
                </a:ext>
              </a:extLst>
            </p:cNvPr>
            <p:cNvSpPr/>
            <p:nvPr/>
          </p:nvSpPr>
          <p:spPr>
            <a:xfrm rot="5400000">
              <a:off x="8896099" y="2587789"/>
              <a:ext cx="214559" cy="230480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→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78F205B1-4CEC-9375-2CA7-861BA8864177}"/>
                </a:ext>
              </a:extLst>
            </p:cNvPr>
            <p:cNvSpPr/>
            <p:nvPr/>
          </p:nvSpPr>
          <p:spPr>
            <a:xfrm>
              <a:off x="7211874" y="2255158"/>
              <a:ext cx="2019212" cy="327479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03A873DF-3AA0-11A3-03F0-1A88FA4800B8}"/>
                </a:ext>
              </a:extLst>
            </p:cNvPr>
            <p:cNvSpPr/>
            <p:nvPr/>
          </p:nvSpPr>
          <p:spPr>
            <a:xfrm>
              <a:off x="7286306" y="1266908"/>
              <a:ext cx="1224136" cy="439802"/>
            </a:xfrm>
            <a:prstGeom prst="rect">
              <a:avLst/>
            </a:prstGeom>
            <a:solidFill>
              <a:schemeClr val="bg1"/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Temporal Reuse</a:t>
              </a:r>
            </a:p>
            <a:p>
              <a:pPr algn="ctr"/>
              <a:r>
                <a:rPr lang="en-US" altLang="ko-KR" sz="11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(Local Memory)</a:t>
              </a:r>
              <a:endParaRPr lang="ko-KR" alt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786" name="그룹 785">
              <a:extLst>
                <a:ext uri="{FF2B5EF4-FFF2-40B4-BE49-F238E27FC236}">
                  <a16:creationId xmlns:a16="http://schemas.microsoft.com/office/drawing/2014/main" id="{71AAAE15-5DF8-38CE-F17B-6B951B332E7B}"/>
                </a:ext>
              </a:extLst>
            </p:cNvPr>
            <p:cNvGrpSpPr/>
            <p:nvPr/>
          </p:nvGrpSpPr>
          <p:grpSpPr>
            <a:xfrm>
              <a:off x="6612319" y="3706995"/>
              <a:ext cx="3446284" cy="2485292"/>
              <a:chOff x="6612319" y="3706995"/>
              <a:chExt cx="3446284" cy="2485292"/>
            </a:xfrm>
          </p:grpSpPr>
          <p:sp>
            <p:nvSpPr>
              <p:cNvPr id="755" name="자유형: 도형 754">
                <a:extLst>
                  <a:ext uri="{FF2B5EF4-FFF2-40B4-BE49-F238E27FC236}">
                    <a16:creationId xmlns:a16="http://schemas.microsoft.com/office/drawing/2014/main" id="{A343479B-A3FF-808B-72B8-F8D76804C2D9}"/>
                  </a:ext>
                </a:extLst>
              </p:cNvPr>
              <p:cNvSpPr/>
              <p:nvPr/>
            </p:nvSpPr>
            <p:spPr>
              <a:xfrm rot="16200000">
                <a:off x="7398896" y="3911225"/>
                <a:ext cx="1673862" cy="2170663"/>
              </a:xfrm>
              <a:custGeom>
                <a:avLst/>
                <a:gdLst>
                  <a:gd name="csX0" fmla="*/ 0 w 191861"/>
                  <a:gd name="csY0" fmla="*/ 194582 h 194582"/>
                  <a:gd name="csX1" fmla="*/ 0 w 191861"/>
                  <a:gd name="csY1" fmla="*/ 0 h 194582"/>
                  <a:gd name="csX2" fmla="*/ 191861 w 191861"/>
                  <a:gd name="csY2" fmla="*/ 0 h 194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91861" h="194582">
                    <a:moveTo>
                      <a:pt x="0" y="194582"/>
                    </a:moveTo>
                    <a:lnTo>
                      <a:pt x="0" y="0"/>
                    </a:lnTo>
                    <a:lnTo>
                      <a:pt x="191861" y="0"/>
                    </a:lnTo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  <a:headEnd type="arrow" w="sm" len="sm"/>
                <a:tailEnd type="arrow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6" name="직사각형 755">
                <a:extLst>
                  <a:ext uri="{FF2B5EF4-FFF2-40B4-BE49-F238E27FC236}">
                    <a16:creationId xmlns:a16="http://schemas.microsoft.com/office/drawing/2014/main" id="{1A39D3F6-961B-26ED-8DAE-620865A79211}"/>
                  </a:ext>
                </a:extLst>
              </p:cNvPr>
              <p:cNvSpPr/>
              <p:nvPr/>
            </p:nvSpPr>
            <p:spPr>
              <a:xfrm rot="16200000">
                <a:off x="6603269" y="3781456"/>
                <a:ext cx="622048" cy="473125"/>
              </a:xfrm>
              <a:prstGeom prst="rect">
                <a:avLst/>
              </a:prstGeom>
              <a:noFill/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PEs</a:t>
                </a:r>
                <a:endParaRPr lang="ko-KR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7" name="직사각형 756">
                <a:extLst>
                  <a:ext uri="{FF2B5EF4-FFF2-40B4-BE49-F238E27FC236}">
                    <a16:creationId xmlns:a16="http://schemas.microsoft.com/office/drawing/2014/main" id="{578D69DC-C383-B0DA-5D03-B4D07797E850}"/>
                  </a:ext>
                </a:extLst>
              </p:cNvPr>
              <p:cNvSpPr/>
              <p:nvPr/>
            </p:nvSpPr>
            <p:spPr>
              <a:xfrm>
                <a:off x="6612319" y="4772238"/>
                <a:ext cx="538175" cy="473125"/>
              </a:xfrm>
              <a:prstGeom prst="rect">
                <a:avLst/>
              </a:prstGeom>
              <a:noFill/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PE0</a:t>
                </a:r>
                <a:endParaRPr lang="ko-KR" altLang="en-US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9" name="직사각형 758">
                <a:extLst>
                  <a:ext uri="{FF2B5EF4-FFF2-40B4-BE49-F238E27FC236}">
                    <a16:creationId xmlns:a16="http://schemas.microsoft.com/office/drawing/2014/main" id="{7BBA7BFB-F89A-ABE4-3FC5-C0C9C0AFCCDC}"/>
                  </a:ext>
                </a:extLst>
              </p:cNvPr>
              <p:cNvSpPr/>
              <p:nvPr/>
            </p:nvSpPr>
            <p:spPr>
              <a:xfrm>
                <a:off x="9016826" y="5828772"/>
                <a:ext cx="1041777" cy="363515"/>
              </a:xfrm>
              <a:prstGeom prst="rect">
                <a:avLst/>
              </a:prstGeom>
              <a:noFill/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Time Step</a:t>
                </a:r>
                <a:endParaRPr lang="ko-KR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0" name="자유형: 도형 759">
                <a:extLst>
                  <a:ext uri="{FF2B5EF4-FFF2-40B4-BE49-F238E27FC236}">
                    <a16:creationId xmlns:a16="http://schemas.microsoft.com/office/drawing/2014/main" id="{4FE76961-636C-1DCE-7470-DF04C5FA39E7}"/>
                  </a:ext>
                </a:extLst>
              </p:cNvPr>
              <p:cNvSpPr/>
              <p:nvPr/>
            </p:nvSpPr>
            <p:spPr>
              <a:xfrm flipH="1">
                <a:off x="7418058" y="4174395"/>
                <a:ext cx="283924" cy="1663434"/>
              </a:xfrm>
              <a:custGeom>
                <a:avLst/>
                <a:gdLst>
                  <a:gd name="csX0" fmla="*/ 0 w 0"/>
                  <a:gd name="csY0" fmla="*/ 0 h 2577737"/>
                  <a:gd name="csX1" fmla="*/ 0 w 0"/>
                  <a:gd name="csY1" fmla="*/ 2577737 h 25777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h="2577737">
                    <a:moveTo>
                      <a:pt x="0" y="0"/>
                    </a:moveTo>
                    <a:lnTo>
                      <a:pt x="0" y="2577737"/>
                    </a:lnTo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1" name="직사각형 760">
                <a:extLst>
                  <a:ext uri="{FF2B5EF4-FFF2-40B4-BE49-F238E27FC236}">
                    <a16:creationId xmlns:a16="http://schemas.microsoft.com/office/drawing/2014/main" id="{16253DCD-6897-3AF5-47AA-C476886BEBB1}"/>
                  </a:ext>
                </a:extLst>
              </p:cNvPr>
              <p:cNvSpPr/>
              <p:nvPr/>
            </p:nvSpPr>
            <p:spPr>
              <a:xfrm>
                <a:off x="7256145" y="5445048"/>
                <a:ext cx="376367" cy="23048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5400">
                <a:solidFill>
                  <a:schemeClr val="accent4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C0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2" name="직사각형 761">
                <a:extLst>
                  <a:ext uri="{FF2B5EF4-FFF2-40B4-BE49-F238E27FC236}">
                    <a16:creationId xmlns:a16="http://schemas.microsoft.com/office/drawing/2014/main" id="{25222787-01B9-2354-8059-A1E5011DCB99}"/>
                  </a:ext>
                </a:extLst>
              </p:cNvPr>
              <p:cNvSpPr/>
              <p:nvPr/>
            </p:nvSpPr>
            <p:spPr>
              <a:xfrm>
                <a:off x="7256145" y="4877177"/>
                <a:ext cx="376367" cy="23048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accent3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B0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3" name="직사각형 762">
                <a:extLst>
                  <a:ext uri="{FF2B5EF4-FFF2-40B4-BE49-F238E27FC236}">
                    <a16:creationId xmlns:a16="http://schemas.microsoft.com/office/drawing/2014/main" id="{6241867A-A4AE-FEEE-B9F1-048AA62C5BC3}"/>
                  </a:ext>
                </a:extLst>
              </p:cNvPr>
              <p:cNvSpPr/>
              <p:nvPr/>
            </p:nvSpPr>
            <p:spPr>
              <a:xfrm>
                <a:off x="7256145" y="4561201"/>
                <a:ext cx="376367" cy="23048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A0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4" name="직사각형 763">
                <a:extLst>
                  <a:ext uri="{FF2B5EF4-FFF2-40B4-BE49-F238E27FC236}">
                    <a16:creationId xmlns:a16="http://schemas.microsoft.com/office/drawing/2014/main" id="{77FDA474-7492-DE26-0AED-8870A44D4759}"/>
                  </a:ext>
                </a:extLst>
              </p:cNvPr>
              <p:cNvSpPr/>
              <p:nvPr/>
            </p:nvSpPr>
            <p:spPr>
              <a:xfrm>
                <a:off x="7256143" y="5833489"/>
                <a:ext cx="376370" cy="223313"/>
              </a:xfrm>
              <a:prstGeom prst="rect">
                <a:avLst/>
              </a:prstGeom>
              <a:noFill/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1</a:t>
                </a:r>
                <a:endParaRPr lang="ko-KR" altLang="en-US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5" name="직사각형 764">
                <a:extLst>
                  <a:ext uri="{FF2B5EF4-FFF2-40B4-BE49-F238E27FC236}">
                    <a16:creationId xmlns:a16="http://schemas.microsoft.com/office/drawing/2014/main" id="{18339B67-56C3-A09A-2F49-4622D6952E8C}"/>
                  </a:ext>
                </a:extLst>
              </p:cNvPr>
              <p:cNvSpPr/>
              <p:nvPr/>
            </p:nvSpPr>
            <p:spPr>
              <a:xfrm rot="5400000">
                <a:off x="7337048" y="5161113"/>
                <a:ext cx="214559" cy="230480"/>
              </a:xfrm>
              <a:prstGeom prst="rect">
                <a:avLst/>
              </a:prstGeom>
              <a:noFill/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→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6" name="자유형: 도형 765">
                <a:extLst>
                  <a:ext uri="{FF2B5EF4-FFF2-40B4-BE49-F238E27FC236}">
                    <a16:creationId xmlns:a16="http://schemas.microsoft.com/office/drawing/2014/main" id="{5B5DC4DB-AD7D-5AB8-AA32-F2E9EF097528}"/>
                  </a:ext>
                </a:extLst>
              </p:cNvPr>
              <p:cNvSpPr/>
              <p:nvPr/>
            </p:nvSpPr>
            <p:spPr>
              <a:xfrm flipH="1">
                <a:off x="7937742" y="4174395"/>
                <a:ext cx="283924" cy="1663434"/>
              </a:xfrm>
              <a:custGeom>
                <a:avLst/>
                <a:gdLst>
                  <a:gd name="csX0" fmla="*/ 0 w 0"/>
                  <a:gd name="csY0" fmla="*/ 0 h 2577737"/>
                  <a:gd name="csX1" fmla="*/ 0 w 0"/>
                  <a:gd name="csY1" fmla="*/ 2577737 h 25777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h="2577737">
                    <a:moveTo>
                      <a:pt x="0" y="0"/>
                    </a:moveTo>
                    <a:lnTo>
                      <a:pt x="0" y="2577737"/>
                    </a:lnTo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7" name="직사각형 766">
                <a:extLst>
                  <a:ext uri="{FF2B5EF4-FFF2-40B4-BE49-F238E27FC236}">
                    <a16:creationId xmlns:a16="http://schemas.microsoft.com/office/drawing/2014/main" id="{66D39FC8-AC45-DD77-3D61-78538AA33BAE}"/>
                  </a:ext>
                </a:extLst>
              </p:cNvPr>
              <p:cNvSpPr/>
              <p:nvPr/>
            </p:nvSpPr>
            <p:spPr>
              <a:xfrm>
                <a:off x="7775829" y="5445048"/>
                <a:ext cx="376367" cy="23048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5400">
                <a:solidFill>
                  <a:schemeClr val="accent4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C1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8" name="직사각형 767">
                <a:extLst>
                  <a:ext uri="{FF2B5EF4-FFF2-40B4-BE49-F238E27FC236}">
                    <a16:creationId xmlns:a16="http://schemas.microsoft.com/office/drawing/2014/main" id="{771DEE22-F764-509D-D010-FD1FB642F9D2}"/>
                  </a:ext>
                </a:extLst>
              </p:cNvPr>
              <p:cNvSpPr/>
              <p:nvPr/>
            </p:nvSpPr>
            <p:spPr>
              <a:xfrm>
                <a:off x="7775829" y="4877177"/>
                <a:ext cx="376367" cy="23048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accent3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B1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9" name="직사각형 768">
                <a:extLst>
                  <a:ext uri="{FF2B5EF4-FFF2-40B4-BE49-F238E27FC236}">
                    <a16:creationId xmlns:a16="http://schemas.microsoft.com/office/drawing/2014/main" id="{D7ECBACD-624B-A78D-41DB-1595E90E4297}"/>
                  </a:ext>
                </a:extLst>
              </p:cNvPr>
              <p:cNvSpPr/>
              <p:nvPr/>
            </p:nvSpPr>
            <p:spPr>
              <a:xfrm>
                <a:off x="7775829" y="4561201"/>
                <a:ext cx="376367" cy="23048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A0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0" name="직사각형 769">
                <a:extLst>
                  <a:ext uri="{FF2B5EF4-FFF2-40B4-BE49-F238E27FC236}">
                    <a16:creationId xmlns:a16="http://schemas.microsoft.com/office/drawing/2014/main" id="{501730BD-FD7E-82F6-D406-7A6AE6F71221}"/>
                  </a:ext>
                </a:extLst>
              </p:cNvPr>
              <p:cNvSpPr/>
              <p:nvPr/>
            </p:nvSpPr>
            <p:spPr>
              <a:xfrm>
                <a:off x="7775827" y="5833489"/>
                <a:ext cx="376370" cy="223313"/>
              </a:xfrm>
              <a:prstGeom prst="rect">
                <a:avLst/>
              </a:prstGeom>
              <a:noFill/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2</a:t>
                </a:r>
                <a:endParaRPr lang="ko-KR" altLang="en-US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1" name="직사각형 770">
                <a:extLst>
                  <a:ext uri="{FF2B5EF4-FFF2-40B4-BE49-F238E27FC236}">
                    <a16:creationId xmlns:a16="http://schemas.microsoft.com/office/drawing/2014/main" id="{1C08F7DB-74BE-614F-05CE-33ADB71FC6A8}"/>
                  </a:ext>
                </a:extLst>
              </p:cNvPr>
              <p:cNvSpPr/>
              <p:nvPr/>
            </p:nvSpPr>
            <p:spPr>
              <a:xfrm rot="5400000">
                <a:off x="7856732" y="5161113"/>
                <a:ext cx="214559" cy="230480"/>
              </a:xfrm>
              <a:prstGeom prst="rect">
                <a:avLst/>
              </a:prstGeom>
              <a:noFill/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→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2" name="자유형: 도형 771">
                <a:extLst>
                  <a:ext uri="{FF2B5EF4-FFF2-40B4-BE49-F238E27FC236}">
                    <a16:creationId xmlns:a16="http://schemas.microsoft.com/office/drawing/2014/main" id="{C30953E7-1222-8B68-F252-4C1A1D9386BA}"/>
                  </a:ext>
                </a:extLst>
              </p:cNvPr>
              <p:cNvSpPr/>
              <p:nvPr/>
            </p:nvSpPr>
            <p:spPr>
              <a:xfrm flipH="1">
                <a:off x="8457426" y="4174395"/>
                <a:ext cx="283924" cy="1663434"/>
              </a:xfrm>
              <a:custGeom>
                <a:avLst/>
                <a:gdLst>
                  <a:gd name="csX0" fmla="*/ 0 w 0"/>
                  <a:gd name="csY0" fmla="*/ 0 h 2577737"/>
                  <a:gd name="csX1" fmla="*/ 0 w 0"/>
                  <a:gd name="csY1" fmla="*/ 2577737 h 25777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h="2577737">
                    <a:moveTo>
                      <a:pt x="0" y="0"/>
                    </a:moveTo>
                    <a:lnTo>
                      <a:pt x="0" y="2577737"/>
                    </a:lnTo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3" name="직사각형 772">
                <a:extLst>
                  <a:ext uri="{FF2B5EF4-FFF2-40B4-BE49-F238E27FC236}">
                    <a16:creationId xmlns:a16="http://schemas.microsoft.com/office/drawing/2014/main" id="{46D38906-5D77-990C-5CA4-6CBCA192B515}"/>
                  </a:ext>
                </a:extLst>
              </p:cNvPr>
              <p:cNvSpPr/>
              <p:nvPr/>
            </p:nvSpPr>
            <p:spPr>
              <a:xfrm>
                <a:off x="8295513" y="5445048"/>
                <a:ext cx="376367" cy="23048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5400">
                <a:solidFill>
                  <a:schemeClr val="accent4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C2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4" name="직사각형 773">
                <a:extLst>
                  <a:ext uri="{FF2B5EF4-FFF2-40B4-BE49-F238E27FC236}">
                    <a16:creationId xmlns:a16="http://schemas.microsoft.com/office/drawing/2014/main" id="{3C2844B5-EB7D-E0D9-F0AF-AEE6E10A8F4B}"/>
                  </a:ext>
                </a:extLst>
              </p:cNvPr>
              <p:cNvSpPr/>
              <p:nvPr/>
            </p:nvSpPr>
            <p:spPr>
              <a:xfrm>
                <a:off x="8295513" y="4877177"/>
                <a:ext cx="376367" cy="23048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accent3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B2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5" name="직사각형 774">
                <a:extLst>
                  <a:ext uri="{FF2B5EF4-FFF2-40B4-BE49-F238E27FC236}">
                    <a16:creationId xmlns:a16="http://schemas.microsoft.com/office/drawing/2014/main" id="{09235D96-86BB-CAF3-3914-6C6A558622AE}"/>
                  </a:ext>
                </a:extLst>
              </p:cNvPr>
              <p:cNvSpPr/>
              <p:nvPr/>
            </p:nvSpPr>
            <p:spPr>
              <a:xfrm>
                <a:off x="8295513" y="4561201"/>
                <a:ext cx="376367" cy="23048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A0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6" name="직사각형 775">
                <a:extLst>
                  <a:ext uri="{FF2B5EF4-FFF2-40B4-BE49-F238E27FC236}">
                    <a16:creationId xmlns:a16="http://schemas.microsoft.com/office/drawing/2014/main" id="{3FF4634E-DC3B-EB21-1638-B7247DE4560E}"/>
                  </a:ext>
                </a:extLst>
              </p:cNvPr>
              <p:cNvSpPr/>
              <p:nvPr/>
            </p:nvSpPr>
            <p:spPr>
              <a:xfrm>
                <a:off x="8295511" y="5833489"/>
                <a:ext cx="376370" cy="223313"/>
              </a:xfrm>
              <a:prstGeom prst="rect">
                <a:avLst/>
              </a:prstGeom>
              <a:noFill/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3</a:t>
                </a:r>
                <a:endParaRPr lang="ko-KR" altLang="en-US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7" name="직사각형 776">
                <a:extLst>
                  <a:ext uri="{FF2B5EF4-FFF2-40B4-BE49-F238E27FC236}">
                    <a16:creationId xmlns:a16="http://schemas.microsoft.com/office/drawing/2014/main" id="{678A189B-8C16-CEC4-DAEC-23DB9ED34AC9}"/>
                  </a:ext>
                </a:extLst>
              </p:cNvPr>
              <p:cNvSpPr/>
              <p:nvPr/>
            </p:nvSpPr>
            <p:spPr>
              <a:xfrm rot="5400000">
                <a:off x="8376416" y="5161113"/>
                <a:ext cx="214559" cy="230480"/>
              </a:xfrm>
              <a:prstGeom prst="rect">
                <a:avLst/>
              </a:prstGeom>
              <a:noFill/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→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8" name="자유형: 도형 777">
                <a:extLst>
                  <a:ext uri="{FF2B5EF4-FFF2-40B4-BE49-F238E27FC236}">
                    <a16:creationId xmlns:a16="http://schemas.microsoft.com/office/drawing/2014/main" id="{5B6AB186-6607-BC2E-348D-FD99447ED35A}"/>
                  </a:ext>
                </a:extLst>
              </p:cNvPr>
              <p:cNvSpPr/>
              <p:nvPr/>
            </p:nvSpPr>
            <p:spPr>
              <a:xfrm flipH="1">
                <a:off x="8977109" y="4174395"/>
                <a:ext cx="283924" cy="1663434"/>
              </a:xfrm>
              <a:custGeom>
                <a:avLst/>
                <a:gdLst>
                  <a:gd name="csX0" fmla="*/ 0 w 0"/>
                  <a:gd name="csY0" fmla="*/ 0 h 2577737"/>
                  <a:gd name="csX1" fmla="*/ 0 w 0"/>
                  <a:gd name="csY1" fmla="*/ 2577737 h 25777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h="2577737">
                    <a:moveTo>
                      <a:pt x="0" y="0"/>
                    </a:moveTo>
                    <a:lnTo>
                      <a:pt x="0" y="2577737"/>
                    </a:lnTo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9" name="직사각형 778">
                <a:extLst>
                  <a:ext uri="{FF2B5EF4-FFF2-40B4-BE49-F238E27FC236}">
                    <a16:creationId xmlns:a16="http://schemas.microsoft.com/office/drawing/2014/main" id="{E0C0A442-A24C-AB49-0FA1-B28F78F61FF6}"/>
                  </a:ext>
                </a:extLst>
              </p:cNvPr>
              <p:cNvSpPr/>
              <p:nvPr/>
            </p:nvSpPr>
            <p:spPr>
              <a:xfrm>
                <a:off x="8815196" y="5445048"/>
                <a:ext cx="376367" cy="23048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5400">
                <a:solidFill>
                  <a:schemeClr val="accent4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C3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0" name="직사각형 779">
                <a:extLst>
                  <a:ext uri="{FF2B5EF4-FFF2-40B4-BE49-F238E27FC236}">
                    <a16:creationId xmlns:a16="http://schemas.microsoft.com/office/drawing/2014/main" id="{DB4D8E48-120D-A980-64C0-1E55316F532E}"/>
                  </a:ext>
                </a:extLst>
              </p:cNvPr>
              <p:cNvSpPr/>
              <p:nvPr/>
            </p:nvSpPr>
            <p:spPr>
              <a:xfrm>
                <a:off x="8815196" y="4877177"/>
                <a:ext cx="376367" cy="23048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accent3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B3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1" name="직사각형 780">
                <a:extLst>
                  <a:ext uri="{FF2B5EF4-FFF2-40B4-BE49-F238E27FC236}">
                    <a16:creationId xmlns:a16="http://schemas.microsoft.com/office/drawing/2014/main" id="{9484C4D4-4A9B-F797-9ADA-381EA3465A77}"/>
                  </a:ext>
                </a:extLst>
              </p:cNvPr>
              <p:cNvSpPr/>
              <p:nvPr/>
            </p:nvSpPr>
            <p:spPr>
              <a:xfrm>
                <a:off x="8815196" y="4561201"/>
                <a:ext cx="376367" cy="23048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A0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2" name="직사각형 781">
                <a:extLst>
                  <a:ext uri="{FF2B5EF4-FFF2-40B4-BE49-F238E27FC236}">
                    <a16:creationId xmlns:a16="http://schemas.microsoft.com/office/drawing/2014/main" id="{F4596638-FE25-B319-4B95-A3A0BC242AD1}"/>
                  </a:ext>
                </a:extLst>
              </p:cNvPr>
              <p:cNvSpPr/>
              <p:nvPr/>
            </p:nvSpPr>
            <p:spPr>
              <a:xfrm>
                <a:off x="8815194" y="5833489"/>
                <a:ext cx="376370" cy="223313"/>
              </a:xfrm>
              <a:prstGeom prst="rect">
                <a:avLst/>
              </a:prstGeom>
              <a:noFill/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4</a:t>
                </a:r>
                <a:endParaRPr lang="ko-KR" altLang="en-US" sz="105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3" name="직사각형 782">
                <a:extLst>
                  <a:ext uri="{FF2B5EF4-FFF2-40B4-BE49-F238E27FC236}">
                    <a16:creationId xmlns:a16="http://schemas.microsoft.com/office/drawing/2014/main" id="{AC5EB6D5-518B-92A1-54D2-E1F38AA890A4}"/>
                  </a:ext>
                </a:extLst>
              </p:cNvPr>
              <p:cNvSpPr/>
              <p:nvPr/>
            </p:nvSpPr>
            <p:spPr>
              <a:xfrm rot="5400000">
                <a:off x="8896099" y="5161113"/>
                <a:ext cx="214559" cy="230480"/>
              </a:xfrm>
              <a:prstGeom prst="rect">
                <a:avLst/>
              </a:prstGeom>
              <a:noFill/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→</a:t>
                </a:r>
                <a:endParaRPr lang="ko-KR" altLang="en-US" sz="8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4" name="직사각형 783">
                <a:extLst>
                  <a:ext uri="{FF2B5EF4-FFF2-40B4-BE49-F238E27FC236}">
                    <a16:creationId xmlns:a16="http://schemas.microsoft.com/office/drawing/2014/main" id="{C9091311-0522-760B-9C3A-B3C209788BB0}"/>
                  </a:ext>
                </a:extLst>
              </p:cNvPr>
              <p:cNvSpPr/>
              <p:nvPr/>
            </p:nvSpPr>
            <p:spPr>
              <a:xfrm>
                <a:off x="7211874" y="4506950"/>
                <a:ext cx="2019212" cy="327479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8" name="직사각형 757">
                <a:extLst>
                  <a:ext uri="{FF2B5EF4-FFF2-40B4-BE49-F238E27FC236}">
                    <a16:creationId xmlns:a16="http://schemas.microsoft.com/office/drawing/2014/main" id="{121F692F-A42A-593E-C410-68863DBD4473}"/>
                  </a:ext>
                </a:extLst>
              </p:cNvPr>
              <p:cNvSpPr/>
              <p:nvPr/>
            </p:nvSpPr>
            <p:spPr>
              <a:xfrm>
                <a:off x="7286306" y="3840232"/>
                <a:ext cx="1224136" cy="439802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Temporal Reuse</a:t>
                </a:r>
              </a:p>
              <a:p>
                <a:pPr algn="ctr"/>
                <a:r>
                  <a:rPr lang="en-US" altLang="ko-KR" sz="11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(Local Memory)</a:t>
                </a:r>
                <a:endParaRPr lang="ko-KR" altLang="en-US" sz="11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5" name="자유형: 도형 784">
                <a:extLst>
                  <a:ext uri="{FF2B5EF4-FFF2-40B4-BE49-F238E27FC236}">
                    <a16:creationId xmlns:a16="http://schemas.microsoft.com/office/drawing/2014/main" id="{D3E0DDD3-FEB3-DCF3-5603-256FDA124C06}"/>
                  </a:ext>
                </a:extLst>
              </p:cNvPr>
              <p:cNvSpPr/>
              <p:nvPr/>
            </p:nvSpPr>
            <p:spPr>
              <a:xfrm>
                <a:off x="7240361" y="4173939"/>
                <a:ext cx="119954" cy="301451"/>
              </a:xfrm>
              <a:custGeom>
                <a:avLst/>
                <a:gdLst>
                  <a:gd name="csX0" fmla="*/ 128888 w 128888"/>
                  <a:gd name="csY0" fmla="*/ 0 h 571500"/>
                  <a:gd name="csX1" fmla="*/ 9146 w 128888"/>
                  <a:gd name="csY1" fmla="*/ 193221 h 571500"/>
                  <a:gd name="csX2" fmla="*/ 17310 w 128888"/>
                  <a:gd name="csY2" fmla="*/ 571500 h 571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8888" h="571500">
                    <a:moveTo>
                      <a:pt x="128888" y="0"/>
                    </a:moveTo>
                    <a:cubicBezTo>
                      <a:pt x="78315" y="48985"/>
                      <a:pt x="27742" y="97971"/>
                      <a:pt x="9146" y="193221"/>
                    </a:cubicBezTo>
                    <a:cubicBezTo>
                      <a:pt x="-9450" y="288471"/>
                      <a:pt x="3930" y="429985"/>
                      <a:pt x="17310" y="571500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51" name="자유형: 도형 750">
              <a:extLst>
                <a:ext uri="{FF2B5EF4-FFF2-40B4-BE49-F238E27FC236}">
                  <a16:creationId xmlns:a16="http://schemas.microsoft.com/office/drawing/2014/main" id="{14BC51DE-A4E8-2EA5-E889-7777C2DD499C}"/>
                </a:ext>
              </a:extLst>
            </p:cNvPr>
            <p:cNvSpPr/>
            <p:nvPr/>
          </p:nvSpPr>
          <p:spPr>
            <a:xfrm>
              <a:off x="7188806" y="1600615"/>
              <a:ext cx="171509" cy="622049"/>
            </a:xfrm>
            <a:custGeom>
              <a:avLst/>
              <a:gdLst>
                <a:gd name="csX0" fmla="*/ 128888 w 128888"/>
                <a:gd name="csY0" fmla="*/ 0 h 571500"/>
                <a:gd name="csX1" fmla="*/ 9146 w 128888"/>
                <a:gd name="csY1" fmla="*/ 193221 h 571500"/>
                <a:gd name="csX2" fmla="*/ 17310 w 128888"/>
                <a:gd name="csY2" fmla="*/ 571500 h 571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28888" h="571500">
                  <a:moveTo>
                    <a:pt x="128888" y="0"/>
                  </a:moveTo>
                  <a:cubicBezTo>
                    <a:pt x="78315" y="48985"/>
                    <a:pt x="27742" y="97971"/>
                    <a:pt x="9146" y="193221"/>
                  </a:cubicBezTo>
                  <a:cubicBezTo>
                    <a:pt x="-9450" y="288471"/>
                    <a:pt x="3930" y="429985"/>
                    <a:pt x="17310" y="57150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2" name="직사각형 431">
              <a:extLst>
                <a:ext uri="{FF2B5EF4-FFF2-40B4-BE49-F238E27FC236}">
                  <a16:creationId xmlns:a16="http://schemas.microsoft.com/office/drawing/2014/main" id="{54AF0475-4D2D-1BE2-7042-08D1EA395F62}"/>
                </a:ext>
              </a:extLst>
            </p:cNvPr>
            <p:cNvSpPr/>
            <p:nvPr/>
          </p:nvSpPr>
          <p:spPr>
            <a:xfrm>
              <a:off x="7256145" y="7064103"/>
              <a:ext cx="376367" cy="23048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A0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3" name="직사각형 432">
              <a:extLst>
                <a:ext uri="{FF2B5EF4-FFF2-40B4-BE49-F238E27FC236}">
                  <a16:creationId xmlns:a16="http://schemas.microsoft.com/office/drawing/2014/main" id="{EFE9A3D8-6870-B1DD-50FD-161E012A859D}"/>
                </a:ext>
              </a:extLst>
            </p:cNvPr>
            <p:cNvSpPr/>
            <p:nvPr/>
          </p:nvSpPr>
          <p:spPr>
            <a:xfrm>
              <a:off x="7775829" y="7064103"/>
              <a:ext cx="376367" cy="23048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A1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769D13BF-EEF4-5F27-A30B-11F67B7A06AF}"/>
                </a:ext>
              </a:extLst>
            </p:cNvPr>
            <p:cNvSpPr/>
            <p:nvPr/>
          </p:nvSpPr>
          <p:spPr>
            <a:xfrm>
              <a:off x="8295513" y="7064103"/>
              <a:ext cx="376367" cy="23048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A2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978C7A23-91EC-249D-7F4A-A50F6C5AB355}"/>
                </a:ext>
              </a:extLst>
            </p:cNvPr>
            <p:cNvSpPr/>
            <p:nvPr/>
          </p:nvSpPr>
          <p:spPr>
            <a:xfrm>
              <a:off x="8815196" y="7064103"/>
              <a:ext cx="376367" cy="23048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A3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83781451-3CFF-4C7E-7836-CD00CA08B7E4}"/>
                </a:ext>
              </a:extLst>
            </p:cNvPr>
            <p:cNvSpPr/>
            <p:nvPr/>
          </p:nvSpPr>
          <p:spPr>
            <a:xfrm>
              <a:off x="4646042" y="7040758"/>
              <a:ext cx="1564132" cy="15641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1" name="직사각형 440">
              <a:extLst>
                <a:ext uri="{FF2B5EF4-FFF2-40B4-BE49-F238E27FC236}">
                  <a16:creationId xmlns:a16="http://schemas.microsoft.com/office/drawing/2014/main" id="{FCF02723-50C4-6E28-BFA6-1A18E1A3765E}"/>
                </a:ext>
              </a:extLst>
            </p:cNvPr>
            <p:cNvSpPr/>
            <p:nvPr/>
          </p:nvSpPr>
          <p:spPr>
            <a:xfrm>
              <a:off x="4689202" y="7082112"/>
              <a:ext cx="1486682" cy="148498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C0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↓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C1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↓</a:t>
              </a:r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C2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↓</a:t>
              </a:r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C3</a:t>
              </a:r>
              <a:endParaRPr lang="ko-KR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A5EF5313-617E-3847-0D81-E43955250544}"/>
                </a:ext>
              </a:extLst>
            </p:cNvPr>
            <p:cNvSpPr/>
            <p:nvPr/>
          </p:nvSpPr>
          <p:spPr>
            <a:xfrm>
              <a:off x="4644765" y="8645844"/>
              <a:ext cx="1563114" cy="363515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Matrix C (M, N)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832" name="자유형: 도형 831">
              <a:extLst>
                <a:ext uri="{FF2B5EF4-FFF2-40B4-BE49-F238E27FC236}">
                  <a16:creationId xmlns:a16="http://schemas.microsoft.com/office/drawing/2014/main" id="{F2D17642-A767-6D81-1201-BB1087575104}"/>
                </a:ext>
              </a:extLst>
            </p:cNvPr>
            <p:cNvSpPr/>
            <p:nvPr/>
          </p:nvSpPr>
          <p:spPr>
            <a:xfrm>
              <a:off x="4600359" y="6994323"/>
              <a:ext cx="160174" cy="162446"/>
            </a:xfrm>
            <a:custGeom>
              <a:avLst/>
              <a:gdLst>
                <a:gd name="csX0" fmla="*/ 0 w 191861"/>
                <a:gd name="csY0" fmla="*/ 194582 h 194582"/>
                <a:gd name="csX1" fmla="*/ 0 w 191861"/>
                <a:gd name="csY1" fmla="*/ 0 h 194582"/>
                <a:gd name="csX2" fmla="*/ 191861 w 191861"/>
                <a:gd name="csY2" fmla="*/ 0 h 194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1861" h="194582">
                  <a:moveTo>
                    <a:pt x="0" y="194582"/>
                  </a:moveTo>
                  <a:lnTo>
                    <a:pt x="0" y="0"/>
                  </a:lnTo>
                  <a:lnTo>
                    <a:pt x="19186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headEnd type="arrow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3" name="직사각형 832">
              <a:extLst>
                <a:ext uri="{FF2B5EF4-FFF2-40B4-BE49-F238E27FC236}">
                  <a16:creationId xmlns:a16="http://schemas.microsoft.com/office/drawing/2014/main" id="{8046F050-4C38-E112-9613-1513A4D0FDA4}"/>
                </a:ext>
              </a:extLst>
            </p:cNvPr>
            <p:cNvSpPr/>
            <p:nvPr/>
          </p:nvSpPr>
          <p:spPr>
            <a:xfrm>
              <a:off x="4412915" y="7009091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M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834" name="직사각형 833">
              <a:extLst>
                <a:ext uri="{FF2B5EF4-FFF2-40B4-BE49-F238E27FC236}">
                  <a16:creationId xmlns:a16="http://schemas.microsoft.com/office/drawing/2014/main" id="{81A09055-1261-9DFC-EFC8-454A316B1BC6}"/>
                </a:ext>
              </a:extLst>
            </p:cNvPr>
            <p:cNvSpPr/>
            <p:nvPr/>
          </p:nvSpPr>
          <p:spPr>
            <a:xfrm>
              <a:off x="4578664" y="6832501"/>
              <a:ext cx="164493" cy="145989"/>
            </a:xfrm>
            <a:prstGeom prst="rect">
              <a:avLst/>
            </a:prstGeom>
            <a:noFill/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N</a:t>
              </a:r>
              <a:endParaRPr lang="ko-KR" alt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837" name="자유형: 도형 836">
              <a:extLst>
                <a:ext uri="{FF2B5EF4-FFF2-40B4-BE49-F238E27FC236}">
                  <a16:creationId xmlns:a16="http://schemas.microsoft.com/office/drawing/2014/main" id="{AF4950D1-447F-4D28-B8AB-6CF296656881}"/>
                </a:ext>
              </a:extLst>
            </p:cNvPr>
            <p:cNvSpPr/>
            <p:nvPr/>
          </p:nvSpPr>
          <p:spPr>
            <a:xfrm>
              <a:off x="7211874" y="7650753"/>
              <a:ext cx="2019211" cy="892201"/>
            </a:xfrm>
            <a:custGeom>
              <a:avLst/>
              <a:gdLst>
                <a:gd name="csX0" fmla="*/ 519704 w 2019211"/>
                <a:gd name="csY0" fmla="*/ 0 h 892201"/>
                <a:gd name="csX1" fmla="*/ 2019211 w 2019211"/>
                <a:gd name="csY1" fmla="*/ 0 h 892201"/>
                <a:gd name="csX2" fmla="*/ 2019211 w 2019211"/>
                <a:gd name="csY2" fmla="*/ 431890 h 892201"/>
                <a:gd name="csX3" fmla="*/ 1499419 w 2019211"/>
                <a:gd name="csY3" fmla="*/ 431890 h 892201"/>
                <a:gd name="csX4" fmla="*/ 1499419 w 2019211"/>
                <a:gd name="csY4" fmla="*/ 892201 h 892201"/>
                <a:gd name="csX5" fmla="*/ 0 w 2019211"/>
                <a:gd name="csY5" fmla="*/ 892201 h 892201"/>
                <a:gd name="csX6" fmla="*/ 0 w 2019211"/>
                <a:gd name="csY6" fmla="*/ 431890 h 892201"/>
                <a:gd name="csX7" fmla="*/ 519704 w 2019211"/>
                <a:gd name="csY7" fmla="*/ 431890 h 892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19211" h="892201">
                  <a:moveTo>
                    <a:pt x="519704" y="0"/>
                  </a:moveTo>
                  <a:lnTo>
                    <a:pt x="2019211" y="0"/>
                  </a:lnTo>
                  <a:lnTo>
                    <a:pt x="2019211" y="431890"/>
                  </a:lnTo>
                  <a:lnTo>
                    <a:pt x="1499419" y="431890"/>
                  </a:lnTo>
                  <a:lnTo>
                    <a:pt x="1499419" y="892201"/>
                  </a:lnTo>
                  <a:lnTo>
                    <a:pt x="0" y="892201"/>
                  </a:lnTo>
                  <a:lnTo>
                    <a:pt x="0" y="431890"/>
                  </a:lnTo>
                  <a:lnTo>
                    <a:pt x="519704" y="43189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" name="직사각형 429">
              <a:extLst>
                <a:ext uri="{FF2B5EF4-FFF2-40B4-BE49-F238E27FC236}">
                  <a16:creationId xmlns:a16="http://schemas.microsoft.com/office/drawing/2014/main" id="{6762D3A5-29B2-E8F0-D90E-3931EE94F90E}"/>
                </a:ext>
              </a:extLst>
            </p:cNvPr>
            <p:cNvSpPr/>
            <p:nvPr/>
          </p:nvSpPr>
          <p:spPr>
            <a:xfrm>
              <a:off x="7792690" y="6511418"/>
              <a:ext cx="1224136" cy="439802"/>
            </a:xfrm>
            <a:prstGeom prst="rect">
              <a:avLst/>
            </a:prstGeom>
            <a:solidFill>
              <a:schemeClr val="bg1"/>
            </a:solidFill>
            <a:ln w="254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Temporal Reuse</a:t>
              </a:r>
            </a:p>
            <a:p>
              <a:pPr algn="ctr"/>
              <a:r>
                <a:rPr lang="en-US" altLang="ko-KR" sz="11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(Local Memory)</a:t>
              </a:r>
              <a:endParaRPr lang="ko-KR" alt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431" name="자유형: 도형 430">
              <a:extLst>
                <a:ext uri="{FF2B5EF4-FFF2-40B4-BE49-F238E27FC236}">
                  <a16:creationId xmlns:a16="http://schemas.microsoft.com/office/drawing/2014/main" id="{873FA13B-BE6D-9D3D-B387-8A6F2A156457}"/>
                </a:ext>
              </a:extLst>
            </p:cNvPr>
            <p:cNvSpPr/>
            <p:nvPr/>
          </p:nvSpPr>
          <p:spPr>
            <a:xfrm>
              <a:off x="7701982" y="6845125"/>
              <a:ext cx="164717" cy="782221"/>
            </a:xfrm>
            <a:custGeom>
              <a:avLst/>
              <a:gdLst>
                <a:gd name="csX0" fmla="*/ 128888 w 128888"/>
                <a:gd name="csY0" fmla="*/ 0 h 571500"/>
                <a:gd name="csX1" fmla="*/ 9146 w 128888"/>
                <a:gd name="csY1" fmla="*/ 193221 h 571500"/>
                <a:gd name="csX2" fmla="*/ 17310 w 128888"/>
                <a:gd name="csY2" fmla="*/ 571500 h 571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28888" h="571500">
                  <a:moveTo>
                    <a:pt x="128888" y="0"/>
                  </a:moveTo>
                  <a:cubicBezTo>
                    <a:pt x="78315" y="48985"/>
                    <a:pt x="27742" y="97971"/>
                    <a:pt x="9146" y="193221"/>
                  </a:cubicBezTo>
                  <a:cubicBezTo>
                    <a:pt x="-9450" y="288471"/>
                    <a:pt x="3930" y="429985"/>
                    <a:pt x="17310" y="57150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7693167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2">
      <a:majorFont>
        <a:latin typeface="Titillium Web"/>
        <a:ea typeface="나눔스퀘어"/>
        <a:cs typeface=""/>
      </a:majorFont>
      <a:minorFont>
        <a:latin typeface="Titillium Web"/>
        <a:ea typeface="나눔스퀘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  <a:latin typeface="Titillium Web" panose="00000500000000000000" pitchFamily="2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0">
          <a:defRPr dirty="0" err="1" smtClean="0">
            <a:latin typeface="Titillium Web" panose="020B0600000101010101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FA0220E94A4D346AEA58EEEB98250A3" ma:contentTypeVersion="11" ma:contentTypeDescription="새 문서를 만듭니다." ma:contentTypeScope="" ma:versionID="a7b3c3e01ab0295105755c0e0fa41d03">
  <xsd:schema xmlns:xsd="http://www.w3.org/2001/XMLSchema" xmlns:xs="http://www.w3.org/2001/XMLSchema" xmlns:p="http://schemas.microsoft.com/office/2006/metadata/properties" xmlns:ns2="5ae441ac-412b-41e9-94d2-aaa0c9b98610" xmlns:ns3="29875b76-932f-47b2-82ac-677e5743e390" targetNamespace="http://schemas.microsoft.com/office/2006/metadata/properties" ma:root="true" ma:fieldsID="e1ffdf6e7915abef3567612889cfb552" ns2:_="" ns3:_="">
    <xsd:import namespace="5ae441ac-412b-41e9-94d2-aaa0c9b98610"/>
    <xsd:import namespace="29875b76-932f-47b2-82ac-677e5743e3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e441ac-412b-41e9-94d2-aaa0c9b986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875b76-932f-47b2-82ac-677e5743e39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2CD497-8B56-4078-AF59-AB8D5CF89CC3}">
  <ds:schemaRefs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95977b52-8563-41ea-8a14-8978cd95f5cc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61E6E094-5BC0-440B-BEC9-29498D113E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E759DF-D30B-4825-B412-86D98A3DD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e441ac-412b-41e9-94d2-aaa0c9b98610"/>
    <ds:schemaRef ds:uri="29875b76-932f-47b2-82ac-677e5743e3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107444</TotalTime>
  <Words>691</Words>
  <Application>Microsoft Office PowerPoint</Application>
  <PresentationFormat>A4 용지(210x297mm)</PresentationFormat>
  <Paragraphs>399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3" baseType="lpstr">
      <vt:lpstr>굴림</vt:lpstr>
      <vt:lpstr>나눔스퀘어</vt:lpstr>
      <vt:lpstr>맑은 고딕</vt:lpstr>
      <vt:lpstr>Arial</vt:lpstr>
      <vt:lpstr>Cambria Math</vt:lpstr>
      <vt:lpstr>Tahoma</vt:lpstr>
      <vt:lpstr>Times New Roman</vt:lpstr>
      <vt:lpstr>Titillium Web</vt:lpstr>
      <vt:lpstr>디자인 사용자 지정</vt:lpstr>
      <vt:lpstr>Fig 1. Spatial NPU Architecture</vt:lpstr>
      <vt:lpstr>Fig 2. Framework</vt:lpstr>
      <vt:lpstr>Fig 3. Spatial Partitioning</vt:lpstr>
      <vt:lpstr>Fig 4. Temporal Partitioning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Successful Grad</dc:title>
  <dc:creator>djpark</dc:creator>
  <cp:lastModifiedBy>곽준호</cp:lastModifiedBy>
  <cp:revision>2838</cp:revision>
  <cp:lastPrinted>2020-10-14T11:49:04Z</cp:lastPrinted>
  <dcterms:created xsi:type="dcterms:W3CDTF">2007-01-12T11:38:42Z</dcterms:created>
  <dcterms:modified xsi:type="dcterms:W3CDTF">2026-04-21T14:19:28Z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TC010721461033</vt:lpwstr>
  </property>
  <property fmtid="{D5CDD505-2E9C-101B-9397-08002B2CF9AE}" pid="3" name="ContentTypeId">
    <vt:lpwstr>0x0101008FA0220E94A4D346AEA58EEEB98250A3</vt:lpwstr>
  </property>
</Properties>
</file>